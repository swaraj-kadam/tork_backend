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5" r:id="rId3"/>
    <p:sldId id="278" r:id="rId4"/>
    <p:sldId id="259" r:id="rId5"/>
    <p:sldId id="260" r:id="rId6"/>
    <p:sldId id="277" r:id="rId7"/>
    <p:sldId id="261" r:id="rId8"/>
    <p:sldId id="262" r:id="rId9"/>
    <p:sldId id="263" r:id="rId10"/>
    <p:sldId id="276" r:id="rId11"/>
  </p:sldIdLst>
  <p:sldSz cx="18288000" cy="10287000"/>
  <p:notesSz cx="6858000" cy="9144000"/>
  <p:embeddedFontLst>
    <p:embeddedFont>
      <p:font typeface="Comic Sans MS" panose="030F0702030302020204" pitchFamily="66" charset="0"/>
      <p:regular r:id="rId12"/>
      <p:bold r:id="rId13"/>
      <p:italic r:id="rId14"/>
      <p:boldItalic r:id="rId15"/>
    </p:embeddedFon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DM Sans Bold" charset="0"/>
      <p:regular r:id="rId20"/>
    </p:embeddedFont>
    <p:embeddedFont>
      <p:font typeface="Mokoto" panose="020B0604020202020204" charset="0"/>
      <p:regular r:id="rId21"/>
    </p:embeddedFont>
    <p:embeddedFont>
      <p:font typeface="Open Sauce" panose="020B0604020202020204" charset="0"/>
      <p:regular r:id="rId22"/>
    </p:embeddedFont>
    <p:embeddedFont>
      <p:font typeface="Open Sauce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9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13792"/>
            <a:ext cx="16227262" cy="889871"/>
            <a:chOff x="0" y="0"/>
            <a:chExt cx="4273847" cy="2343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3847" cy="234369"/>
            </a:xfrm>
            <a:custGeom>
              <a:avLst/>
              <a:gdLst/>
              <a:ahLst/>
              <a:cxnLst/>
              <a:rect l="l" t="t" r="r" b="b"/>
              <a:pathLst>
                <a:path w="4273847" h="234369">
                  <a:moveTo>
                    <a:pt x="47709" y="0"/>
                  </a:moveTo>
                  <a:lnTo>
                    <a:pt x="4226137" y="0"/>
                  </a:lnTo>
                  <a:cubicBezTo>
                    <a:pt x="4252487" y="0"/>
                    <a:pt x="4273847" y="21360"/>
                    <a:pt x="4273847" y="47709"/>
                  </a:cubicBezTo>
                  <a:lnTo>
                    <a:pt x="4273847" y="186660"/>
                  </a:lnTo>
                  <a:cubicBezTo>
                    <a:pt x="4273847" y="213009"/>
                    <a:pt x="4252487" y="234369"/>
                    <a:pt x="4226137" y="234369"/>
                  </a:cubicBezTo>
                  <a:lnTo>
                    <a:pt x="47709" y="234369"/>
                  </a:lnTo>
                  <a:cubicBezTo>
                    <a:pt x="21360" y="234369"/>
                    <a:pt x="0" y="213009"/>
                    <a:pt x="0" y="186660"/>
                  </a:cubicBezTo>
                  <a:lnTo>
                    <a:pt x="0" y="47709"/>
                  </a:lnTo>
                  <a:cubicBezTo>
                    <a:pt x="0" y="21360"/>
                    <a:pt x="21360" y="0"/>
                    <a:pt x="4770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D1B1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3847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13792"/>
            <a:ext cx="3070808" cy="889871"/>
            <a:chOff x="0" y="0"/>
            <a:chExt cx="808772" cy="2343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08772" cy="234369"/>
            </a:xfrm>
            <a:custGeom>
              <a:avLst/>
              <a:gdLst/>
              <a:ahLst/>
              <a:cxnLst/>
              <a:rect l="l" t="t" r="r" b="b"/>
              <a:pathLst>
                <a:path w="808772" h="234369">
                  <a:moveTo>
                    <a:pt x="117185" y="0"/>
                  </a:moveTo>
                  <a:lnTo>
                    <a:pt x="691588" y="0"/>
                  </a:lnTo>
                  <a:cubicBezTo>
                    <a:pt x="722667" y="0"/>
                    <a:pt x="752473" y="12346"/>
                    <a:pt x="774450" y="34323"/>
                  </a:cubicBezTo>
                  <a:cubicBezTo>
                    <a:pt x="796426" y="56299"/>
                    <a:pt x="808772" y="86105"/>
                    <a:pt x="808772" y="117185"/>
                  </a:cubicBezTo>
                  <a:lnTo>
                    <a:pt x="808772" y="117185"/>
                  </a:lnTo>
                  <a:cubicBezTo>
                    <a:pt x="808772" y="181904"/>
                    <a:pt x="756307" y="234369"/>
                    <a:pt x="691588" y="234369"/>
                  </a:cubicBezTo>
                  <a:lnTo>
                    <a:pt x="117185" y="234369"/>
                  </a:lnTo>
                  <a:cubicBezTo>
                    <a:pt x="86105" y="234369"/>
                    <a:pt x="56299" y="222023"/>
                    <a:pt x="34323" y="200047"/>
                  </a:cubicBezTo>
                  <a:cubicBezTo>
                    <a:pt x="12346" y="178070"/>
                    <a:pt x="0" y="148264"/>
                    <a:pt x="0" y="117185"/>
                  </a:cubicBezTo>
                  <a:lnTo>
                    <a:pt x="0" y="117185"/>
                  </a:lnTo>
                  <a:cubicBezTo>
                    <a:pt x="0" y="86105"/>
                    <a:pt x="12346" y="56299"/>
                    <a:pt x="34323" y="34323"/>
                  </a:cubicBezTo>
                  <a:cubicBezTo>
                    <a:pt x="56299" y="12346"/>
                    <a:pt x="86105" y="0"/>
                    <a:pt x="117185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08772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5546330" y="1244472"/>
            <a:ext cx="428511" cy="428511"/>
          </a:xfrm>
          <a:custGeom>
            <a:avLst/>
            <a:gdLst/>
            <a:ahLst/>
            <a:cxnLst/>
            <a:rect l="l" t="t" r="r" b="b"/>
            <a:pathLst>
              <a:path w="428511" h="428511">
                <a:moveTo>
                  <a:pt x="0" y="0"/>
                </a:moveTo>
                <a:lnTo>
                  <a:pt x="428511" y="0"/>
                </a:lnTo>
                <a:lnTo>
                  <a:pt x="428511" y="428511"/>
                </a:lnTo>
                <a:lnTo>
                  <a:pt x="0" y="42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5105960" y="2854335"/>
            <a:ext cx="8076080" cy="807608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366091" y="1013792"/>
            <a:ext cx="889871" cy="88987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76139" tIns="76139" rIns="76139" bIns="76139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786830" y="7488923"/>
            <a:ext cx="483740" cy="483740"/>
          </a:xfrm>
          <a:custGeom>
            <a:avLst/>
            <a:gdLst/>
            <a:ahLst/>
            <a:cxnLst/>
            <a:rect l="l" t="t" r="r" b="b"/>
            <a:pathLst>
              <a:path w="483740" h="483740">
                <a:moveTo>
                  <a:pt x="0" y="0"/>
                </a:moveTo>
                <a:lnTo>
                  <a:pt x="483740" y="0"/>
                </a:lnTo>
                <a:lnTo>
                  <a:pt x="483740" y="483740"/>
                </a:lnTo>
                <a:lnTo>
                  <a:pt x="0" y="483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4374189" y="1085095"/>
            <a:ext cx="2917864" cy="747265"/>
            <a:chOff x="0" y="0"/>
            <a:chExt cx="768491" cy="19681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3621" y="7211576"/>
            <a:ext cx="6860758" cy="1038435"/>
            <a:chOff x="0" y="0"/>
            <a:chExt cx="1972110" cy="2984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72110" cy="298496"/>
            </a:xfrm>
            <a:custGeom>
              <a:avLst/>
              <a:gdLst/>
              <a:ahLst/>
              <a:cxnLst/>
              <a:rect l="l" t="t" r="r" b="b"/>
              <a:pathLst>
                <a:path w="1972110" h="298496">
                  <a:moveTo>
                    <a:pt x="112844" y="0"/>
                  </a:moveTo>
                  <a:lnTo>
                    <a:pt x="1859266" y="0"/>
                  </a:lnTo>
                  <a:cubicBezTo>
                    <a:pt x="1889194" y="0"/>
                    <a:pt x="1917896" y="11889"/>
                    <a:pt x="1939059" y="33051"/>
                  </a:cubicBezTo>
                  <a:cubicBezTo>
                    <a:pt x="1960221" y="54213"/>
                    <a:pt x="1972110" y="82916"/>
                    <a:pt x="1972110" y="112844"/>
                  </a:cubicBezTo>
                  <a:lnTo>
                    <a:pt x="1972110" y="185652"/>
                  </a:lnTo>
                  <a:cubicBezTo>
                    <a:pt x="1972110" y="215580"/>
                    <a:pt x="1960221" y="244282"/>
                    <a:pt x="1939059" y="265445"/>
                  </a:cubicBezTo>
                  <a:cubicBezTo>
                    <a:pt x="1917896" y="286607"/>
                    <a:pt x="1889194" y="298496"/>
                    <a:pt x="1859266" y="298496"/>
                  </a:cubicBezTo>
                  <a:lnTo>
                    <a:pt x="112844" y="298496"/>
                  </a:lnTo>
                  <a:cubicBezTo>
                    <a:pt x="82916" y="298496"/>
                    <a:pt x="54213" y="286607"/>
                    <a:pt x="33051" y="265445"/>
                  </a:cubicBezTo>
                  <a:cubicBezTo>
                    <a:pt x="11889" y="244282"/>
                    <a:pt x="0" y="215580"/>
                    <a:pt x="0" y="185652"/>
                  </a:cubicBezTo>
                  <a:lnTo>
                    <a:pt x="0" y="112844"/>
                  </a:lnTo>
                  <a:cubicBezTo>
                    <a:pt x="0" y="82916"/>
                    <a:pt x="11889" y="54213"/>
                    <a:pt x="33051" y="33051"/>
                  </a:cubicBezTo>
                  <a:cubicBezTo>
                    <a:pt x="54213" y="11889"/>
                    <a:pt x="82916" y="0"/>
                    <a:pt x="112844" y="0"/>
                  </a:cubicBezTo>
                  <a:close/>
                </a:path>
              </a:pathLst>
            </a:custGeom>
            <a:solidFill>
              <a:srgbClr val="EFCEC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972110" cy="346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Transforming Information Into Decision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53054" y="1013792"/>
            <a:ext cx="2917864" cy="818568"/>
            <a:chOff x="0" y="-47625"/>
            <a:chExt cx="768491" cy="2444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Out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840620" y="2257662"/>
            <a:ext cx="2606759" cy="2606759"/>
            <a:chOff x="0" y="0"/>
            <a:chExt cx="3475679" cy="3475679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3475679" cy="3475679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3699" tIns="33699" rIns="33699" bIns="33699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489652" y="776735"/>
              <a:ext cx="2496375" cy="1922209"/>
            </a:xfrm>
            <a:custGeom>
              <a:avLst/>
              <a:gdLst/>
              <a:ahLst/>
              <a:cxnLst/>
              <a:rect l="l" t="t" r="r" b="b"/>
              <a:pathLst>
                <a:path w="2496375" h="1922209">
                  <a:moveTo>
                    <a:pt x="0" y="0"/>
                  </a:moveTo>
                  <a:lnTo>
                    <a:pt x="2496375" y="0"/>
                  </a:lnTo>
                  <a:lnTo>
                    <a:pt x="2496375" y="1922209"/>
                  </a:lnTo>
                  <a:lnTo>
                    <a:pt x="0" y="1922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765016" y="4839852"/>
            <a:ext cx="6757969" cy="2371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9999" spc="-499">
                <a:solidFill>
                  <a:srgbClr val="1D1B1A"/>
                </a:solidFill>
                <a:latin typeface="Mokoto"/>
                <a:ea typeface="Mokoto"/>
                <a:cs typeface="Mokoto"/>
                <a:sym typeface="Mokoto"/>
              </a:rPr>
              <a:t>Tork</a:t>
            </a:r>
          </a:p>
          <a:p>
            <a:pPr algn="ctr">
              <a:lnSpc>
                <a:spcPts val="8999"/>
              </a:lnSpc>
            </a:pPr>
            <a:r>
              <a:rPr lang="en-US" sz="9999" spc="-499">
                <a:solidFill>
                  <a:srgbClr val="1D1B1A"/>
                </a:solidFill>
                <a:latin typeface="Mokoto"/>
                <a:ea typeface="Mokoto"/>
                <a:cs typeface="Mokoto"/>
                <a:sym typeface="Mokoto"/>
              </a:rP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13792"/>
            <a:ext cx="16227262" cy="889871"/>
            <a:chOff x="0" y="0"/>
            <a:chExt cx="4273847" cy="2343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3847" cy="234369"/>
            </a:xfrm>
            <a:custGeom>
              <a:avLst/>
              <a:gdLst/>
              <a:ahLst/>
              <a:cxnLst/>
              <a:rect l="l" t="t" r="r" b="b"/>
              <a:pathLst>
                <a:path w="4273847" h="234369">
                  <a:moveTo>
                    <a:pt x="47709" y="0"/>
                  </a:moveTo>
                  <a:lnTo>
                    <a:pt x="4226137" y="0"/>
                  </a:lnTo>
                  <a:cubicBezTo>
                    <a:pt x="4252487" y="0"/>
                    <a:pt x="4273847" y="21360"/>
                    <a:pt x="4273847" y="47709"/>
                  </a:cubicBezTo>
                  <a:lnTo>
                    <a:pt x="4273847" y="186660"/>
                  </a:lnTo>
                  <a:cubicBezTo>
                    <a:pt x="4273847" y="213009"/>
                    <a:pt x="4252487" y="234369"/>
                    <a:pt x="4226137" y="234369"/>
                  </a:cubicBezTo>
                  <a:lnTo>
                    <a:pt x="47709" y="234369"/>
                  </a:lnTo>
                  <a:cubicBezTo>
                    <a:pt x="21360" y="234369"/>
                    <a:pt x="0" y="213009"/>
                    <a:pt x="0" y="186660"/>
                  </a:cubicBezTo>
                  <a:lnTo>
                    <a:pt x="0" y="47709"/>
                  </a:lnTo>
                  <a:cubicBezTo>
                    <a:pt x="0" y="21360"/>
                    <a:pt x="21360" y="0"/>
                    <a:pt x="4770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D1B1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3847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7765" y="1085095"/>
            <a:ext cx="2871742" cy="747265"/>
            <a:chOff x="0" y="0"/>
            <a:chExt cx="756344" cy="1968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6344" cy="196811"/>
            </a:xfrm>
            <a:custGeom>
              <a:avLst/>
              <a:gdLst/>
              <a:ahLst/>
              <a:cxnLst/>
              <a:rect l="l" t="t" r="r" b="b"/>
              <a:pathLst>
                <a:path w="756344" h="196811">
                  <a:moveTo>
                    <a:pt x="98405" y="0"/>
                  </a:moveTo>
                  <a:lnTo>
                    <a:pt x="657938" y="0"/>
                  </a:lnTo>
                  <a:cubicBezTo>
                    <a:pt x="712286" y="0"/>
                    <a:pt x="756344" y="44058"/>
                    <a:pt x="756344" y="98405"/>
                  </a:cubicBezTo>
                  <a:lnTo>
                    <a:pt x="756344" y="98405"/>
                  </a:lnTo>
                  <a:cubicBezTo>
                    <a:pt x="756344" y="152753"/>
                    <a:pt x="712286" y="196811"/>
                    <a:pt x="657938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56344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Home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5546330" y="1244472"/>
            <a:ext cx="428511" cy="428511"/>
          </a:xfrm>
          <a:custGeom>
            <a:avLst/>
            <a:gdLst/>
            <a:ahLst/>
            <a:cxnLst/>
            <a:rect l="l" t="t" r="r" b="b"/>
            <a:pathLst>
              <a:path w="428511" h="428511">
                <a:moveTo>
                  <a:pt x="0" y="0"/>
                </a:moveTo>
                <a:lnTo>
                  <a:pt x="428511" y="0"/>
                </a:lnTo>
                <a:lnTo>
                  <a:pt x="428511" y="428511"/>
                </a:lnTo>
                <a:lnTo>
                  <a:pt x="0" y="42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366091" y="1013792"/>
            <a:ext cx="889871" cy="88987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76139" tIns="76139" rIns="76139" bIns="76139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74189" y="1028700"/>
            <a:ext cx="2917864" cy="874963"/>
            <a:chOff x="0" y="0"/>
            <a:chExt cx="768491" cy="2304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8491" cy="230443"/>
            </a:xfrm>
            <a:custGeom>
              <a:avLst/>
              <a:gdLst/>
              <a:ahLst/>
              <a:cxnLst/>
              <a:rect l="l" t="t" r="r" b="b"/>
              <a:pathLst>
                <a:path w="768491" h="230443">
                  <a:moveTo>
                    <a:pt x="115221" y="0"/>
                  </a:moveTo>
                  <a:lnTo>
                    <a:pt x="653269" y="0"/>
                  </a:lnTo>
                  <a:cubicBezTo>
                    <a:pt x="716904" y="0"/>
                    <a:pt x="768491" y="51586"/>
                    <a:pt x="768491" y="115221"/>
                  </a:cubicBezTo>
                  <a:lnTo>
                    <a:pt x="768491" y="115221"/>
                  </a:lnTo>
                  <a:cubicBezTo>
                    <a:pt x="768491" y="178856"/>
                    <a:pt x="716904" y="230443"/>
                    <a:pt x="653269" y="230443"/>
                  </a:cubicBezTo>
                  <a:lnTo>
                    <a:pt x="115221" y="230443"/>
                  </a:lnTo>
                  <a:cubicBezTo>
                    <a:pt x="51586" y="230443"/>
                    <a:pt x="0" y="178856"/>
                    <a:pt x="0" y="115221"/>
                  </a:cubicBezTo>
                  <a:lnTo>
                    <a:pt x="0" y="115221"/>
                  </a:lnTo>
                  <a:cubicBezTo>
                    <a:pt x="0" y="51586"/>
                    <a:pt x="51586" y="0"/>
                    <a:pt x="115221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68491" cy="27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53054" y="1085095"/>
            <a:ext cx="2917864" cy="747265"/>
            <a:chOff x="0" y="0"/>
            <a:chExt cx="768491" cy="1968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Out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37560" y="2290000"/>
            <a:ext cx="5409541" cy="829329"/>
            <a:chOff x="0" y="0"/>
            <a:chExt cx="7212721" cy="110577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212721" cy="1105772"/>
              <a:chOff x="0" y="0"/>
              <a:chExt cx="3984194" cy="61081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984194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3984194" h="610811">
                    <a:moveTo>
                      <a:pt x="143116" y="0"/>
                    </a:moveTo>
                    <a:lnTo>
                      <a:pt x="3841078" y="0"/>
                    </a:lnTo>
                    <a:cubicBezTo>
                      <a:pt x="3879034" y="0"/>
                      <a:pt x="3915437" y="15078"/>
                      <a:pt x="3942276" y="41918"/>
                    </a:cubicBezTo>
                    <a:cubicBezTo>
                      <a:pt x="3969115" y="68757"/>
                      <a:pt x="3984194" y="105159"/>
                      <a:pt x="3984194" y="143116"/>
                    </a:cubicBezTo>
                    <a:lnTo>
                      <a:pt x="3984194" y="467695"/>
                    </a:lnTo>
                    <a:cubicBezTo>
                      <a:pt x="3984194" y="546736"/>
                      <a:pt x="3920118" y="610811"/>
                      <a:pt x="3841078" y="610811"/>
                    </a:cubicBezTo>
                    <a:lnTo>
                      <a:pt x="143116" y="610811"/>
                    </a:lnTo>
                    <a:cubicBezTo>
                      <a:pt x="64075" y="610811"/>
                      <a:pt x="0" y="546736"/>
                      <a:pt x="0" y="467695"/>
                    </a:cubicBezTo>
                    <a:lnTo>
                      <a:pt x="0" y="143116"/>
                    </a:lnTo>
                    <a:cubicBezTo>
                      <a:pt x="0" y="64075"/>
                      <a:pt x="64075" y="0"/>
                      <a:pt x="143116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3984194" cy="658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11050" y="287016"/>
              <a:ext cx="5590621" cy="646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2"/>
                </a:lnSpc>
              </a:pPr>
              <a:r>
                <a:rPr lang="en-US" sz="3746" spc="-187">
                  <a:solidFill>
                    <a:srgbClr val="1D1B1A"/>
                  </a:solidFill>
                  <a:latin typeface="DM Sans"/>
                  <a:ea typeface="DM Sans"/>
                  <a:cs typeface="DM Sans"/>
                  <a:sym typeface="DM Sans"/>
                </a:rPr>
                <a:t>Team Composition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32038" y="3505666"/>
            <a:ext cx="16227262" cy="1190532"/>
            <a:chOff x="0" y="0"/>
            <a:chExt cx="21636349" cy="1587376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21636349" cy="1587376"/>
              <a:chOff x="0" y="0"/>
              <a:chExt cx="4611499" cy="33832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611499" cy="338328"/>
              </a:xfrm>
              <a:custGeom>
                <a:avLst/>
                <a:gdLst/>
                <a:ahLst/>
                <a:cxnLst/>
                <a:rect l="l" t="t" r="r" b="b"/>
                <a:pathLst>
                  <a:path w="4611499" h="338328">
                    <a:moveTo>
                      <a:pt x="47709" y="0"/>
                    </a:moveTo>
                    <a:lnTo>
                      <a:pt x="4563790" y="0"/>
                    </a:lnTo>
                    <a:cubicBezTo>
                      <a:pt x="4576443" y="0"/>
                      <a:pt x="4588578" y="5027"/>
                      <a:pt x="4597526" y="13974"/>
                    </a:cubicBezTo>
                    <a:cubicBezTo>
                      <a:pt x="4606473" y="22921"/>
                      <a:pt x="4611499" y="35056"/>
                      <a:pt x="4611499" y="47709"/>
                    </a:cubicBezTo>
                    <a:lnTo>
                      <a:pt x="4611499" y="290619"/>
                    </a:lnTo>
                    <a:cubicBezTo>
                      <a:pt x="4611499" y="316968"/>
                      <a:pt x="4590139" y="338328"/>
                      <a:pt x="4563790" y="338328"/>
                    </a:cubicBezTo>
                    <a:lnTo>
                      <a:pt x="47709" y="338328"/>
                    </a:lnTo>
                    <a:cubicBezTo>
                      <a:pt x="21360" y="338328"/>
                      <a:pt x="0" y="316968"/>
                      <a:pt x="0" y="290619"/>
                    </a:cubicBezTo>
                    <a:lnTo>
                      <a:pt x="0" y="47709"/>
                    </a:lnTo>
                    <a:cubicBezTo>
                      <a:pt x="0" y="21360"/>
                      <a:pt x="21360" y="0"/>
                      <a:pt x="47709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57150"/>
                <a:ext cx="4611499" cy="3954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96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208890" y="240802"/>
              <a:ext cx="4964053" cy="1105772"/>
              <a:chOff x="0" y="0"/>
              <a:chExt cx="2742065" cy="61081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742065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2742065" h="610811">
                    <a:moveTo>
                      <a:pt x="207946" y="0"/>
                    </a:moveTo>
                    <a:lnTo>
                      <a:pt x="2534118" y="0"/>
                    </a:lnTo>
                    <a:cubicBezTo>
                      <a:pt x="2648964" y="0"/>
                      <a:pt x="2742065" y="93101"/>
                      <a:pt x="2742065" y="207946"/>
                    </a:cubicBezTo>
                    <a:lnTo>
                      <a:pt x="2742065" y="402865"/>
                    </a:lnTo>
                    <a:cubicBezTo>
                      <a:pt x="2742065" y="458015"/>
                      <a:pt x="2720156" y="510907"/>
                      <a:pt x="2681159" y="549905"/>
                    </a:cubicBezTo>
                    <a:cubicBezTo>
                      <a:pt x="2642161" y="588902"/>
                      <a:pt x="2589269" y="610811"/>
                      <a:pt x="2534118" y="610811"/>
                    </a:cubicBezTo>
                    <a:lnTo>
                      <a:pt x="207946" y="610811"/>
                    </a:lnTo>
                    <a:cubicBezTo>
                      <a:pt x="152795" y="610811"/>
                      <a:pt x="99904" y="588902"/>
                      <a:pt x="60906" y="549905"/>
                    </a:cubicBezTo>
                    <a:cubicBezTo>
                      <a:pt x="21909" y="510907"/>
                      <a:pt x="0" y="458015"/>
                      <a:pt x="0" y="402865"/>
                    </a:cubicBezTo>
                    <a:lnTo>
                      <a:pt x="0" y="207946"/>
                    </a:lnTo>
                    <a:cubicBezTo>
                      <a:pt x="0" y="152795"/>
                      <a:pt x="21909" y="99904"/>
                      <a:pt x="60906" y="60906"/>
                    </a:cubicBezTo>
                    <a:cubicBezTo>
                      <a:pt x="99904" y="21909"/>
                      <a:pt x="152795" y="0"/>
                      <a:pt x="207946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66675"/>
                <a:ext cx="2742065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Btech(CT)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35179" y="240802"/>
              <a:ext cx="5946094" cy="1105772"/>
              <a:chOff x="0" y="0"/>
              <a:chExt cx="3284529" cy="61081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284529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3284529" h="610811">
                    <a:moveTo>
                      <a:pt x="173602" y="0"/>
                    </a:moveTo>
                    <a:lnTo>
                      <a:pt x="3110926" y="0"/>
                    </a:lnTo>
                    <a:cubicBezTo>
                      <a:pt x="3156968" y="0"/>
                      <a:pt x="3201125" y="18290"/>
                      <a:pt x="3233682" y="50847"/>
                    </a:cubicBezTo>
                    <a:cubicBezTo>
                      <a:pt x="3266238" y="83404"/>
                      <a:pt x="3284529" y="127560"/>
                      <a:pt x="3284529" y="173602"/>
                    </a:cubicBezTo>
                    <a:lnTo>
                      <a:pt x="3284529" y="437208"/>
                    </a:lnTo>
                    <a:cubicBezTo>
                      <a:pt x="3284529" y="483251"/>
                      <a:pt x="3266238" y="527407"/>
                      <a:pt x="3233682" y="559964"/>
                    </a:cubicBezTo>
                    <a:cubicBezTo>
                      <a:pt x="3201125" y="592521"/>
                      <a:pt x="3156968" y="610811"/>
                      <a:pt x="3110926" y="610811"/>
                    </a:cubicBezTo>
                    <a:lnTo>
                      <a:pt x="173602" y="610811"/>
                    </a:lnTo>
                    <a:cubicBezTo>
                      <a:pt x="127560" y="610811"/>
                      <a:pt x="83404" y="592521"/>
                      <a:pt x="50847" y="559964"/>
                    </a:cubicBezTo>
                    <a:cubicBezTo>
                      <a:pt x="18290" y="527407"/>
                      <a:pt x="0" y="483251"/>
                      <a:pt x="0" y="437208"/>
                    </a:cubicBezTo>
                    <a:lnTo>
                      <a:pt x="0" y="173602"/>
                    </a:lnTo>
                    <a:cubicBezTo>
                      <a:pt x="0" y="127560"/>
                      <a:pt x="18290" y="83404"/>
                      <a:pt x="50847" y="50847"/>
                    </a:cubicBezTo>
                    <a:cubicBezTo>
                      <a:pt x="83404" y="18290"/>
                      <a:pt x="127560" y="0"/>
                      <a:pt x="173602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66675"/>
                <a:ext cx="3284529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Hrishikesh Nerkar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2689969" y="240802"/>
              <a:ext cx="8602300" cy="1105772"/>
              <a:chOff x="0" y="0"/>
              <a:chExt cx="4751775" cy="61081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751775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4751775" h="610811">
                    <a:moveTo>
                      <a:pt x="119998" y="0"/>
                    </a:moveTo>
                    <a:lnTo>
                      <a:pt x="4631777" y="0"/>
                    </a:lnTo>
                    <a:cubicBezTo>
                      <a:pt x="4698050" y="0"/>
                      <a:pt x="4751775" y="53725"/>
                      <a:pt x="4751775" y="119998"/>
                    </a:cubicBezTo>
                    <a:lnTo>
                      <a:pt x="4751775" y="490813"/>
                    </a:lnTo>
                    <a:cubicBezTo>
                      <a:pt x="4751775" y="557086"/>
                      <a:pt x="4698050" y="610811"/>
                      <a:pt x="4631777" y="610811"/>
                    </a:cubicBezTo>
                    <a:lnTo>
                      <a:pt x="119998" y="610811"/>
                    </a:lnTo>
                    <a:cubicBezTo>
                      <a:pt x="53725" y="610811"/>
                      <a:pt x="0" y="557086"/>
                      <a:pt x="0" y="490813"/>
                    </a:cubicBezTo>
                    <a:lnTo>
                      <a:pt x="0" y="119998"/>
                    </a:lnTo>
                    <a:cubicBezTo>
                      <a:pt x="0" y="53725"/>
                      <a:pt x="53725" y="0"/>
                      <a:pt x="119998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66675"/>
                <a:ext cx="4751775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 dirty="0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23103900034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1032038" y="4829548"/>
            <a:ext cx="16227262" cy="1190532"/>
            <a:chOff x="0" y="0"/>
            <a:chExt cx="21636349" cy="1587376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21636349" cy="1587376"/>
              <a:chOff x="0" y="0"/>
              <a:chExt cx="4611499" cy="33832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611499" cy="338328"/>
              </a:xfrm>
              <a:custGeom>
                <a:avLst/>
                <a:gdLst/>
                <a:ahLst/>
                <a:cxnLst/>
                <a:rect l="l" t="t" r="r" b="b"/>
                <a:pathLst>
                  <a:path w="4611499" h="338328">
                    <a:moveTo>
                      <a:pt x="47709" y="0"/>
                    </a:moveTo>
                    <a:lnTo>
                      <a:pt x="4563790" y="0"/>
                    </a:lnTo>
                    <a:cubicBezTo>
                      <a:pt x="4576443" y="0"/>
                      <a:pt x="4588578" y="5027"/>
                      <a:pt x="4597526" y="13974"/>
                    </a:cubicBezTo>
                    <a:cubicBezTo>
                      <a:pt x="4606473" y="22921"/>
                      <a:pt x="4611499" y="35056"/>
                      <a:pt x="4611499" y="47709"/>
                    </a:cubicBezTo>
                    <a:lnTo>
                      <a:pt x="4611499" y="290619"/>
                    </a:lnTo>
                    <a:cubicBezTo>
                      <a:pt x="4611499" y="316968"/>
                      <a:pt x="4590139" y="338328"/>
                      <a:pt x="4563790" y="338328"/>
                    </a:cubicBezTo>
                    <a:lnTo>
                      <a:pt x="47709" y="338328"/>
                    </a:lnTo>
                    <a:cubicBezTo>
                      <a:pt x="21360" y="338328"/>
                      <a:pt x="0" y="316968"/>
                      <a:pt x="0" y="290619"/>
                    </a:cubicBezTo>
                    <a:lnTo>
                      <a:pt x="0" y="47709"/>
                    </a:lnTo>
                    <a:cubicBezTo>
                      <a:pt x="0" y="21360"/>
                      <a:pt x="21360" y="0"/>
                      <a:pt x="47709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57150"/>
                <a:ext cx="4611499" cy="3954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96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208890" y="240802"/>
              <a:ext cx="4964053" cy="1105772"/>
              <a:chOff x="0" y="0"/>
              <a:chExt cx="2742065" cy="61081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2742065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2742065" h="610811">
                    <a:moveTo>
                      <a:pt x="207946" y="0"/>
                    </a:moveTo>
                    <a:lnTo>
                      <a:pt x="2534118" y="0"/>
                    </a:lnTo>
                    <a:cubicBezTo>
                      <a:pt x="2648964" y="0"/>
                      <a:pt x="2742065" y="93101"/>
                      <a:pt x="2742065" y="207946"/>
                    </a:cubicBezTo>
                    <a:lnTo>
                      <a:pt x="2742065" y="402865"/>
                    </a:lnTo>
                    <a:cubicBezTo>
                      <a:pt x="2742065" y="458015"/>
                      <a:pt x="2720156" y="510907"/>
                      <a:pt x="2681159" y="549905"/>
                    </a:cubicBezTo>
                    <a:cubicBezTo>
                      <a:pt x="2642161" y="588902"/>
                      <a:pt x="2589269" y="610811"/>
                      <a:pt x="2534118" y="610811"/>
                    </a:cubicBezTo>
                    <a:lnTo>
                      <a:pt x="207946" y="610811"/>
                    </a:lnTo>
                    <a:cubicBezTo>
                      <a:pt x="152795" y="610811"/>
                      <a:pt x="99904" y="588902"/>
                      <a:pt x="60906" y="549905"/>
                    </a:cubicBezTo>
                    <a:cubicBezTo>
                      <a:pt x="21909" y="510907"/>
                      <a:pt x="0" y="458015"/>
                      <a:pt x="0" y="402865"/>
                    </a:cubicBezTo>
                    <a:lnTo>
                      <a:pt x="0" y="207946"/>
                    </a:lnTo>
                    <a:cubicBezTo>
                      <a:pt x="0" y="152795"/>
                      <a:pt x="21909" y="99904"/>
                      <a:pt x="60906" y="60906"/>
                    </a:cubicBezTo>
                    <a:cubicBezTo>
                      <a:pt x="99904" y="21909"/>
                      <a:pt x="152795" y="0"/>
                      <a:pt x="207946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66675"/>
                <a:ext cx="2742065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Btech(CT)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335179" y="240802"/>
              <a:ext cx="5946094" cy="1105772"/>
              <a:chOff x="0" y="0"/>
              <a:chExt cx="3284529" cy="61081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3284529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3284529" h="610811">
                    <a:moveTo>
                      <a:pt x="173602" y="0"/>
                    </a:moveTo>
                    <a:lnTo>
                      <a:pt x="3110926" y="0"/>
                    </a:lnTo>
                    <a:cubicBezTo>
                      <a:pt x="3156968" y="0"/>
                      <a:pt x="3201125" y="18290"/>
                      <a:pt x="3233682" y="50847"/>
                    </a:cubicBezTo>
                    <a:cubicBezTo>
                      <a:pt x="3266238" y="83404"/>
                      <a:pt x="3284529" y="127560"/>
                      <a:pt x="3284529" y="173602"/>
                    </a:cubicBezTo>
                    <a:lnTo>
                      <a:pt x="3284529" y="437208"/>
                    </a:lnTo>
                    <a:cubicBezTo>
                      <a:pt x="3284529" y="483251"/>
                      <a:pt x="3266238" y="527407"/>
                      <a:pt x="3233682" y="559964"/>
                    </a:cubicBezTo>
                    <a:cubicBezTo>
                      <a:pt x="3201125" y="592521"/>
                      <a:pt x="3156968" y="610811"/>
                      <a:pt x="3110926" y="610811"/>
                    </a:cubicBezTo>
                    <a:lnTo>
                      <a:pt x="173602" y="610811"/>
                    </a:lnTo>
                    <a:cubicBezTo>
                      <a:pt x="127560" y="610811"/>
                      <a:pt x="83404" y="592521"/>
                      <a:pt x="50847" y="559964"/>
                    </a:cubicBezTo>
                    <a:cubicBezTo>
                      <a:pt x="18290" y="527407"/>
                      <a:pt x="0" y="483251"/>
                      <a:pt x="0" y="437208"/>
                    </a:cubicBezTo>
                    <a:lnTo>
                      <a:pt x="0" y="173602"/>
                    </a:lnTo>
                    <a:cubicBezTo>
                      <a:pt x="0" y="127560"/>
                      <a:pt x="18290" y="83404"/>
                      <a:pt x="50847" y="50847"/>
                    </a:cubicBezTo>
                    <a:cubicBezTo>
                      <a:pt x="83404" y="18290"/>
                      <a:pt x="127560" y="0"/>
                      <a:pt x="173602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66675"/>
                <a:ext cx="3284529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Parth Khairnar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2689969" y="240802"/>
              <a:ext cx="8602300" cy="1105772"/>
              <a:chOff x="0" y="0"/>
              <a:chExt cx="4751775" cy="61081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4751775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4751775" h="610811">
                    <a:moveTo>
                      <a:pt x="119998" y="0"/>
                    </a:moveTo>
                    <a:lnTo>
                      <a:pt x="4631777" y="0"/>
                    </a:lnTo>
                    <a:cubicBezTo>
                      <a:pt x="4698050" y="0"/>
                      <a:pt x="4751775" y="53725"/>
                      <a:pt x="4751775" y="119998"/>
                    </a:cubicBezTo>
                    <a:lnTo>
                      <a:pt x="4751775" y="490813"/>
                    </a:lnTo>
                    <a:cubicBezTo>
                      <a:pt x="4751775" y="557086"/>
                      <a:pt x="4698050" y="610811"/>
                      <a:pt x="4631777" y="610811"/>
                    </a:cubicBezTo>
                    <a:lnTo>
                      <a:pt x="119998" y="610811"/>
                    </a:lnTo>
                    <a:cubicBezTo>
                      <a:pt x="53725" y="610811"/>
                      <a:pt x="0" y="557086"/>
                      <a:pt x="0" y="490813"/>
                    </a:cubicBezTo>
                    <a:lnTo>
                      <a:pt x="0" y="119998"/>
                    </a:lnTo>
                    <a:cubicBezTo>
                      <a:pt x="0" y="53725"/>
                      <a:pt x="53725" y="0"/>
                      <a:pt x="119998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66675"/>
                <a:ext cx="4751775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 dirty="0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23103900043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32038" y="6153429"/>
            <a:ext cx="16227262" cy="1190532"/>
            <a:chOff x="0" y="0"/>
            <a:chExt cx="21636349" cy="1587376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21636349" cy="1587376"/>
              <a:chOff x="0" y="0"/>
              <a:chExt cx="4611499" cy="33832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611499" cy="338328"/>
              </a:xfrm>
              <a:custGeom>
                <a:avLst/>
                <a:gdLst/>
                <a:ahLst/>
                <a:cxnLst/>
                <a:rect l="l" t="t" r="r" b="b"/>
                <a:pathLst>
                  <a:path w="4611499" h="338328">
                    <a:moveTo>
                      <a:pt x="47709" y="0"/>
                    </a:moveTo>
                    <a:lnTo>
                      <a:pt x="4563790" y="0"/>
                    </a:lnTo>
                    <a:cubicBezTo>
                      <a:pt x="4576443" y="0"/>
                      <a:pt x="4588578" y="5027"/>
                      <a:pt x="4597526" y="13974"/>
                    </a:cubicBezTo>
                    <a:cubicBezTo>
                      <a:pt x="4606473" y="22921"/>
                      <a:pt x="4611499" y="35056"/>
                      <a:pt x="4611499" y="47709"/>
                    </a:cubicBezTo>
                    <a:lnTo>
                      <a:pt x="4611499" y="290619"/>
                    </a:lnTo>
                    <a:cubicBezTo>
                      <a:pt x="4611499" y="316968"/>
                      <a:pt x="4590139" y="338328"/>
                      <a:pt x="4563790" y="338328"/>
                    </a:cubicBezTo>
                    <a:lnTo>
                      <a:pt x="47709" y="338328"/>
                    </a:lnTo>
                    <a:cubicBezTo>
                      <a:pt x="21360" y="338328"/>
                      <a:pt x="0" y="316968"/>
                      <a:pt x="0" y="290619"/>
                    </a:cubicBezTo>
                    <a:lnTo>
                      <a:pt x="0" y="47709"/>
                    </a:lnTo>
                    <a:cubicBezTo>
                      <a:pt x="0" y="21360"/>
                      <a:pt x="21360" y="0"/>
                      <a:pt x="47709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57150"/>
                <a:ext cx="4611499" cy="3954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96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208890" y="240802"/>
              <a:ext cx="4964053" cy="1105772"/>
              <a:chOff x="0" y="0"/>
              <a:chExt cx="2742065" cy="610811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2742065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2742065" h="610811">
                    <a:moveTo>
                      <a:pt x="207946" y="0"/>
                    </a:moveTo>
                    <a:lnTo>
                      <a:pt x="2534118" y="0"/>
                    </a:lnTo>
                    <a:cubicBezTo>
                      <a:pt x="2648964" y="0"/>
                      <a:pt x="2742065" y="93101"/>
                      <a:pt x="2742065" y="207946"/>
                    </a:cubicBezTo>
                    <a:lnTo>
                      <a:pt x="2742065" y="402865"/>
                    </a:lnTo>
                    <a:cubicBezTo>
                      <a:pt x="2742065" y="458015"/>
                      <a:pt x="2720156" y="510907"/>
                      <a:pt x="2681159" y="549905"/>
                    </a:cubicBezTo>
                    <a:cubicBezTo>
                      <a:pt x="2642161" y="588902"/>
                      <a:pt x="2589269" y="610811"/>
                      <a:pt x="2534118" y="610811"/>
                    </a:cubicBezTo>
                    <a:lnTo>
                      <a:pt x="207946" y="610811"/>
                    </a:lnTo>
                    <a:cubicBezTo>
                      <a:pt x="152795" y="610811"/>
                      <a:pt x="99904" y="588902"/>
                      <a:pt x="60906" y="549905"/>
                    </a:cubicBezTo>
                    <a:cubicBezTo>
                      <a:pt x="21909" y="510907"/>
                      <a:pt x="0" y="458015"/>
                      <a:pt x="0" y="402865"/>
                    </a:cubicBezTo>
                    <a:lnTo>
                      <a:pt x="0" y="207946"/>
                    </a:lnTo>
                    <a:cubicBezTo>
                      <a:pt x="0" y="152795"/>
                      <a:pt x="21909" y="99904"/>
                      <a:pt x="60906" y="60906"/>
                    </a:cubicBezTo>
                    <a:cubicBezTo>
                      <a:pt x="99904" y="21909"/>
                      <a:pt x="152795" y="0"/>
                      <a:pt x="207946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66675"/>
                <a:ext cx="2742065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Bvoc(CT)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35179" y="240802"/>
              <a:ext cx="5946094" cy="1105772"/>
              <a:chOff x="0" y="0"/>
              <a:chExt cx="3284529" cy="61081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3284529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3284529" h="610811">
                    <a:moveTo>
                      <a:pt x="173602" y="0"/>
                    </a:moveTo>
                    <a:lnTo>
                      <a:pt x="3110926" y="0"/>
                    </a:lnTo>
                    <a:cubicBezTo>
                      <a:pt x="3156968" y="0"/>
                      <a:pt x="3201125" y="18290"/>
                      <a:pt x="3233682" y="50847"/>
                    </a:cubicBezTo>
                    <a:cubicBezTo>
                      <a:pt x="3266238" y="83404"/>
                      <a:pt x="3284529" y="127560"/>
                      <a:pt x="3284529" y="173602"/>
                    </a:cubicBezTo>
                    <a:lnTo>
                      <a:pt x="3284529" y="437208"/>
                    </a:lnTo>
                    <a:cubicBezTo>
                      <a:pt x="3284529" y="483251"/>
                      <a:pt x="3266238" y="527407"/>
                      <a:pt x="3233682" y="559964"/>
                    </a:cubicBezTo>
                    <a:cubicBezTo>
                      <a:pt x="3201125" y="592521"/>
                      <a:pt x="3156968" y="610811"/>
                      <a:pt x="3110926" y="610811"/>
                    </a:cubicBezTo>
                    <a:lnTo>
                      <a:pt x="173602" y="610811"/>
                    </a:lnTo>
                    <a:cubicBezTo>
                      <a:pt x="127560" y="610811"/>
                      <a:pt x="83404" y="592521"/>
                      <a:pt x="50847" y="559964"/>
                    </a:cubicBezTo>
                    <a:cubicBezTo>
                      <a:pt x="18290" y="527407"/>
                      <a:pt x="0" y="483251"/>
                      <a:pt x="0" y="437208"/>
                    </a:cubicBezTo>
                    <a:lnTo>
                      <a:pt x="0" y="173602"/>
                    </a:lnTo>
                    <a:cubicBezTo>
                      <a:pt x="0" y="127560"/>
                      <a:pt x="18290" y="83404"/>
                      <a:pt x="50847" y="50847"/>
                    </a:cubicBezTo>
                    <a:cubicBezTo>
                      <a:pt x="83404" y="18290"/>
                      <a:pt x="127560" y="0"/>
                      <a:pt x="173602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66675"/>
                <a:ext cx="3284529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Sumit Dhivar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2689969" y="240802"/>
              <a:ext cx="8602300" cy="1105772"/>
              <a:chOff x="0" y="0"/>
              <a:chExt cx="4751775" cy="61081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4751775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4751775" h="610811">
                    <a:moveTo>
                      <a:pt x="119998" y="0"/>
                    </a:moveTo>
                    <a:lnTo>
                      <a:pt x="4631777" y="0"/>
                    </a:lnTo>
                    <a:cubicBezTo>
                      <a:pt x="4698050" y="0"/>
                      <a:pt x="4751775" y="53725"/>
                      <a:pt x="4751775" y="119998"/>
                    </a:cubicBezTo>
                    <a:lnTo>
                      <a:pt x="4751775" y="490813"/>
                    </a:lnTo>
                    <a:cubicBezTo>
                      <a:pt x="4751775" y="557086"/>
                      <a:pt x="4698050" y="610811"/>
                      <a:pt x="4631777" y="610811"/>
                    </a:cubicBezTo>
                    <a:lnTo>
                      <a:pt x="119998" y="610811"/>
                    </a:lnTo>
                    <a:cubicBezTo>
                      <a:pt x="53725" y="610811"/>
                      <a:pt x="0" y="557086"/>
                      <a:pt x="0" y="490813"/>
                    </a:cubicBezTo>
                    <a:lnTo>
                      <a:pt x="0" y="119998"/>
                    </a:lnTo>
                    <a:cubicBezTo>
                      <a:pt x="0" y="53725"/>
                      <a:pt x="53725" y="0"/>
                      <a:pt x="119998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66675"/>
                <a:ext cx="4751775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 dirty="0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23103900049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1028700" y="7477311"/>
            <a:ext cx="16227262" cy="1190532"/>
            <a:chOff x="0" y="0"/>
            <a:chExt cx="21636349" cy="1587376"/>
          </a:xfrm>
        </p:grpSpPr>
        <p:grpSp>
          <p:nvGrpSpPr>
            <p:cNvPr id="63" name="Group 63"/>
            <p:cNvGrpSpPr/>
            <p:nvPr/>
          </p:nvGrpSpPr>
          <p:grpSpPr>
            <a:xfrm>
              <a:off x="0" y="0"/>
              <a:ext cx="21636349" cy="1587376"/>
              <a:chOff x="0" y="0"/>
              <a:chExt cx="4611499" cy="33832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4611499" cy="338328"/>
              </a:xfrm>
              <a:custGeom>
                <a:avLst/>
                <a:gdLst/>
                <a:ahLst/>
                <a:cxnLst/>
                <a:rect l="l" t="t" r="r" b="b"/>
                <a:pathLst>
                  <a:path w="4611499" h="338328">
                    <a:moveTo>
                      <a:pt x="47709" y="0"/>
                    </a:moveTo>
                    <a:lnTo>
                      <a:pt x="4563790" y="0"/>
                    </a:lnTo>
                    <a:cubicBezTo>
                      <a:pt x="4576443" y="0"/>
                      <a:pt x="4588578" y="5027"/>
                      <a:pt x="4597526" y="13974"/>
                    </a:cubicBezTo>
                    <a:cubicBezTo>
                      <a:pt x="4606473" y="22921"/>
                      <a:pt x="4611499" y="35056"/>
                      <a:pt x="4611499" y="47709"/>
                    </a:cubicBezTo>
                    <a:lnTo>
                      <a:pt x="4611499" y="290619"/>
                    </a:lnTo>
                    <a:cubicBezTo>
                      <a:pt x="4611499" y="316968"/>
                      <a:pt x="4590139" y="338328"/>
                      <a:pt x="4563790" y="338328"/>
                    </a:cubicBezTo>
                    <a:lnTo>
                      <a:pt x="47709" y="338328"/>
                    </a:lnTo>
                    <a:cubicBezTo>
                      <a:pt x="21360" y="338328"/>
                      <a:pt x="0" y="316968"/>
                      <a:pt x="0" y="290619"/>
                    </a:cubicBezTo>
                    <a:lnTo>
                      <a:pt x="0" y="47709"/>
                    </a:lnTo>
                    <a:cubicBezTo>
                      <a:pt x="0" y="21360"/>
                      <a:pt x="21360" y="0"/>
                      <a:pt x="47709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57150"/>
                <a:ext cx="4611499" cy="3954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96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208890" y="240802"/>
              <a:ext cx="4964053" cy="1105772"/>
              <a:chOff x="0" y="0"/>
              <a:chExt cx="2742065" cy="61081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2742065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2742065" h="610811">
                    <a:moveTo>
                      <a:pt x="207946" y="0"/>
                    </a:moveTo>
                    <a:lnTo>
                      <a:pt x="2534118" y="0"/>
                    </a:lnTo>
                    <a:cubicBezTo>
                      <a:pt x="2648964" y="0"/>
                      <a:pt x="2742065" y="93101"/>
                      <a:pt x="2742065" y="207946"/>
                    </a:cubicBezTo>
                    <a:lnTo>
                      <a:pt x="2742065" y="402865"/>
                    </a:lnTo>
                    <a:cubicBezTo>
                      <a:pt x="2742065" y="458015"/>
                      <a:pt x="2720156" y="510907"/>
                      <a:pt x="2681159" y="549905"/>
                    </a:cubicBezTo>
                    <a:cubicBezTo>
                      <a:pt x="2642161" y="588902"/>
                      <a:pt x="2589269" y="610811"/>
                      <a:pt x="2534118" y="610811"/>
                    </a:cubicBezTo>
                    <a:lnTo>
                      <a:pt x="207946" y="610811"/>
                    </a:lnTo>
                    <a:cubicBezTo>
                      <a:pt x="152795" y="610811"/>
                      <a:pt x="99904" y="588902"/>
                      <a:pt x="60906" y="549905"/>
                    </a:cubicBezTo>
                    <a:cubicBezTo>
                      <a:pt x="21909" y="510907"/>
                      <a:pt x="0" y="458015"/>
                      <a:pt x="0" y="402865"/>
                    </a:cubicBezTo>
                    <a:lnTo>
                      <a:pt x="0" y="207946"/>
                    </a:lnTo>
                    <a:cubicBezTo>
                      <a:pt x="0" y="152795"/>
                      <a:pt x="21909" y="99904"/>
                      <a:pt x="60906" y="60906"/>
                    </a:cubicBezTo>
                    <a:cubicBezTo>
                      <a:pt x="99904" y="21909"/>
                      <a:pt x="152795" y="0"/>
                      <a:pt x="207946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0" y="-66675"/>
                <a:ext cx="2742065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Btech(CT)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335179" y="240802"/>
              <a:ext cx="5946094" cy="1105772"/>
              <a:chOff x="0" y="0"/>
              <a:chExt cx="3284529" cy="610811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3284529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3284529" h="610811">
                    <a:moveTo>
                      <a:pt x="173602" y="0"/>
                    </a:moveTo>
                    <a:lnTo>
                      <a:pt x="3110926" y="0"/>
                    </a:lnTo>
                    <a:cubicBezTo>
                      <a:pt x="3156968" y="0"/>
                      <a:pt x="3201125" y="18290"/>
                      <a:pt x="3233682" y="50847"/>
                    </a:cubicBezTo>
                    <a:cubicBezTo>
                      <a:pt x="3266238" y="83404"/>
                      <a:pt x="3284529" y="127560"/>
                      <a:pt x="3284529" y="173602"/>
                    </a:cubicBezTo>
                    <a:lnTo>
                      <a:pt x="3284529" y="437208"/>
                    </a:lnTo>
                    <a:cubicBezTo>
                      <a:pt x="3284529" y="483251"/>
                      <a:pt x="3266238" y="527407"/>
                      <a:pt x="3233682" y="559964"/>
                    </a:cubicBezTo>
                    <a:cubicBezTo>
                      <a:pt x="3201125" y="592521"/>
                      <a:pt x="3156968" y="610811"/>
                      <a:pt x="3110926" y="610811"/>
                    </a:cubicBezTo>
                    <a:lnTo>
                      <a:pt x="173602" y="610811"/>
                    </a:lnTo>
                    <a:cubicBezTo>
                      <a:pt x="127560" y="610811"/>
                      <a:pt x="83404" y="592521"/>
                      <a:pt x="50847" y="559964"/>
                    </a:cubicBezTo>
                    <a:cubicBezTo>
                      <a:pt x="18290" y="527407"/>
                      <a:pt x="0" y="483251"/>
                      <a:pt x="0" y="437208"/>
                    </a:cubicBezTo>
                    <a:lnTo>
                      <a:pt x="0" y="173602"/>
                    </a:lnTo>
                    <a:cubicBezTo>
                      <a:pt x="0" y="127560"/>
                      <a:pt x="18290" y="83404"/>
                      <a:pt x="50847" y="50847"/>
                    </a:cubicBezTo>
                    <a:cubicBezTo>
                      <a:pt x="83404" y="18290"/>
                      <a:pt x="127560" y="0"/>
                      <a:pt x="173602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66675"/>
                <a:ext cx="3284529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Swaraj Kadam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12689969" y="240802"/>
              <a:ext cx="8602300" cy="1105772"/>
              <a:chOff x="0" y="0"/>
              <a:chExt cx="4751775" cy="610811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751775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4751775" h="610811">
                    <a:moveTo>
                      <a:pt x="119998" y="0"/>
                    </a:moveTo>
                    <a:lnTo>
                      <a:pt x="4631777" y="0"/>
                    </a:lnTo>
                    <a:cubicBezTo>
                      <a:pt x="4698050" y="0"/>
                      <a:pt x="4751775" y="53725"/>
                      <a:pt x="4751775" y="119998"/>
                    </a:cubicBezTo>
                    <a:lnTo>
                      <a:pt x="4751775" y="490813"/>
                    </a:lnTo>
                    <a:cubicBezTo>
                      <a:pt x="4751775" y="557086"/>
                      <a:pt x="4698050" y="610811"/>
                      <a:pt x="4631777" y="610811"/>
                    </a:cubicBezTo>
                    <a:lnTo>
                      <a:pt x="119998" y="610811"/>
                    </a:lnTo>
                    <a:cubicBezTo>
                      <a:pt x="53725" y="610811"/>
                      <a:pt x="0" y="557086"/>
                      <a:pt x="0" y="490813"/>
                    </a:cubicBezTo>
                    <a:lnTo>
                      <a:pt x="0" y="119998"/>
                    </a:lnTo>
                    <a:cubicBezTo>
                      <a:pt x="0" y="53725"/>
                      <a:pt x="53725" y="0"/>
                      <a:pt x="119998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-66675"/>
                <a:ext cx="4751775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 dirty="0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23104800011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1032038" y="8801193"/>
            <a:ext cx="16227262" cy="1190532"/>
            <a:chOff x="0" y="0"/>
            <a:chExt cx="21636349" cy="1587376"/>
          </a:xfrm>
        </p:grpSpPr>
        <p:grpSp>
          <p:nvGrpSpPr>
            <p:cNvPr id="76" name="Group 76"/>
            <p:cNvGrpSpPr/>
            <p:nvPr/>
          </p:nvGrpSpPr>
          <p:grpSpPr>
            <a:xfrm>
              <a:off x="0" y="0"/>
              <a:ext cx="21636349" cy="1587376"/>
              <a:chOff x="0" y="0"/>
              <a:chExt cx="4611499" cy="33832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4611499" cy="338328"/>
              </a:xfrm>
              <a:custGeom>
                <a:avLst/>
                <a:gdLst/>
                <a:ahLst/>
                <a:cxnLst/>
                <a:rect l="l" t="t" r="r" b="b"/>
                <a:pathLst>
                  <a:path w="4611499" h="338328">
                    <a:moveTo>
                      <a:pt x="47709" y="0"/>
                    </a:moveTo>
                    <a:lnTo>
                      <a:pt x="4563790" y="0"/>
                    </a:lnTo>
                    <a:cubicBezTo>
                      <a:pt x="4576443" y="0"/>
                      <a:pt x="4588578" y="5027"/>
                      <a:pt x="4597526" y="13974"/>
                    </a:cubicBezTo>
                    <a:cubicBezTo>
                      <a:pt x="4606473" y="22921"/>
                      <a:pt x="4611499" y="35056"/>
                      <a:pt x="4611499" y="47709"/>
                    </a:cubicBezTo>
                    <a:lnTo>
                      <a:pt x="4611499" y="290619"/>
                    </a:lnTo>
                    <a:cubicBezTo>
                      <a:pt x="4611499" y="316968"/>
                      <a:pt x="4590139" y="338328"/>
                      <a:pt x="4563790" y="338328"/>
                    </a:cubicBezTo>
                    <a:lnTo>
                      <a:pt x="47709" y="338328"/>
                    </a:lnTo>
                    <a:cubicBezTo>
                      <a:pt x="21360" y="338328"/>
                      <a:pt x="0" y="316968"/>
                      <a:pt x="0" y="290619"/>
                    </a:cubicBezTo>
                    <a:lnTo>
                      <a:pt x="0" y="47709"/>
                    </a:lnTo>
                    <a:cubicBezTo>
                      <a:pt x="0" y="21360"/>
                      <a:pt x="21360" y="0"/>
                      <a:pt x="47709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-57150"/>
                <a:ext cx="4611499" cy="3954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96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7208890" y="240802"/>
              <a:ext cx="4964053" cy="1105772"/>
              <a:chOff x="0" y="0"/>
              <a:chExt cx="2742065" cy="610811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2742065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2742065" h="610811">
                    <a:moveTo>
                      <a:pt x="207946" y="0"/>
                    </a:moveTo>
                    <a:lnTo>
                      <a:pt x="2534118" y="0"/>
                    </a:lnTo>
                    <a:cubicBezTo>
                      <a:pt x="2648964" y="0"/>
                      <a:pt x="2742065" y="93101"/>
                      <a:pt x="2742065" y="207946"/>
                    </a:cubicBezTo>
                    <a:lnTo>
                      <a:pt x="2742065" y="402865"/>
                    </a:lnTo>
                    <a:cubicBezTo>
                      <a:pt x="2742065" y="458015"/>
                      <a:pt x="2720156" y="510907"/>
                      <a:pt x="2681159" y="549905"/>
                    </a:cubicBezTo>
                    <a:cubicBezTo>
                      <a:pt x="2642161" y="588902"/>
                      <a:pt x="2589269" y="610811"/>
                      <a:pt x="2534118" y="610811"/>
                    </a:cubicBezTo>
                    <a:lnTo>
                      <a:pt x="207946" y="610811"/>
                    </a:lnTo>
                    <a:cubicBezTo>
                      <a:pt x="152795" y="610811"/>
                      <a:pt x="99904" y="588902"/>
                      <a:pt x="60906" y="549905"/>
                    </a:cubicBezTo>
                    <a:cubicBezTo>
                      <a:pt x="21909" y="510907"/>
                      <a:pt x="0" y="458015"/>
                      <a:pt x="0" y="402865"/>
                    </a:cubicBezTo>
                    <a:lnTo>
                      <a:pt x="0" y="207946"/>
                    </a:lnTo>
                    <a:cubicBezTo>
                      <a:pt x="0" y="152795"/>
                      <a:pt x="21909" y="99904"/>
                      <a:pt x="60906" y="60906"/>
                    </a:cubicBezTo>
                    <a:cubicBezTo>
                      <a:pt x="99904" y="21909"/>
                      <a:pt x="152795" y="0"/>
                      <a:pt x="207946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66675"/>
                <a:ext cx="2742065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Btech(CT)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5179" y="240802"/>
              <a:ext cx="5946094" cy="1105772"/>
              <a:chOff x="0" y="0"/>
              <a:chExt cx="3284529" cy="610811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3284529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3284529" h="610811">
                    <a:moveTo>
                      <a:pt x="173602" y="0"/>
                    </a:moveTo>
                    <a:lnTo>
                      <a:pt x="3110926" y="0"/>
                    </a:lnTo>
                    <a:cubicBezTo>
                      <a:pt x="3156968" y="0"/>
                      <a:pt x="3201125" y="18290"/>
                      <a:pt x="3233682" y="50847"/>
                    </a:cubicBezTo>
                    <a:cubicBezTo>
                      <a:pt x="3266238" y="83404"/>
                      <a:pt x="3284529" y="127560"/>
                      <a:pt x="3284529" y="173602"/>
                    </a:cubicBezTo>
                    <a:lnTo>
                      <a:pt x="3284529" y="437208"/>
                    </a:lnTo>
                    <a:cubicBezTo>
                      <a:pt x="3284529" y="483251"/>
                      <a:pt x="3266238" y="527407"/>
                      <a:pt x="3233682" y="559964"/>
                    </a:cubicBezTo>
                    <a:cubicBezTo>
                      <a:pt x="3201125" y="592521"/>
                      <a:pt x="3156968" y="610811"/>
                      <a:pt x="3110926" y="610811"/>
                    </a:cubicBezTo>
                    <a:lnTo>
                      <a:pt x="173602" y="610811"/>
                    </a:lnTo>
                    <a:cubicBezTo>
                      <a:pt x="127560" y="610811"/>
                      <a:pt x="83404" y="592521"/>
                      <a:pt x="50847" y="559964"/>
                    </a:cubicBezTo>
                    <a:cubicBezTo>
                      <a:pt x="18290" y="527407"/>
                      <a:pt x="0" y="483251"/>
                      <a:pt x="0" y="437208"/>
                    </a:cubicBezTo>
                    <a:lnTo>
                      <a:pt x="0" y="173602"/>
                    </a:lnTo>
                    <a:cubicBezTo>
                      <a:pt x="0" y="127560"/>
                      <a:pt x="18290" y="83404"/>
                      <a:pt x="50847" y="50847"/>
                    </a:cubicBezTo>
                    <a:cubicBezTo>
                      <a:pt x="83404" y="18290"/>
                      <a:pt x="127560" y="0"/>
                      <a:pt x="173602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-66675"/>
                <a:ext cx="3284529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 dirty="0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Swarupa Deshpande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2689969" y="240802"/>
              <a:ext cx="8602300" cy="1105772"/>
              <a:chOff x="0" y="0"/>
              <a:chExt cx="4751775" cy="610811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4751775" cy="610811"/>
              </a:xfrm>
              <a:custGeom>
                <a:avLst/>
                <a:gdLst/>
                <a:ahLst/>
                <a:cxnLst/>
                <a:rect l="l" t="t" r="r" b="b"/>
                <a:pathLst>
                  <a:path w="4751775" h="610811">
                    <a:moveTo>
                      <a:pt x="119998" y="0"/>
                    </a:moveTo>
                    <a:lnTo>
                      <a:pt x="4631777" y="0"/>
                    </a:lnTo>
                    <a:cubicBezTo>
                      <a:pt x="4698050" y="0"/>
                      <a:pt x="4751775" y="53725"/>
                      <a:pt x="4751775" y="119998"/>
                    </a:cubicBezTo>
                    <a:lnTo>
                      <a:pt x="4751775" y="490813"/>
                    </a:lnTo>
                    <a:cubicBezTo>
                      <a:pt x="4751775" y="557086"/>
                      <a:pt x="4698050" y="610811"/>
                      <a:pt x="4631777" y="610811"/>
                    </a:cubicBezTo>
                    <a:lnTo>
                      <a:pt x="119998" y="610811"/>
                    </a:lnTo>
                    <a:cubicBezTo>
                      <a:pt x="53725" y="610811"/>
                      <a:pt x="0" y="557086"/>
                      <a:pt x="0" y="490813"/>
                    </a:cubicBezTo>
                    <a:lnTo>
                      <a:pt x="0" y="119998"/>
                    </a:lnTo>
                    <a:cubicBezTo>
                      <a:pt x="0" y="53725"/>
                      <a:pt x="53725" y="0"/>
                      <a:pt x="119998" y="0"/>
                    </a:cubicBezTo>
                    <a:close/>
                  </a:path>
                </a:pathLst>
              </a:custGeom>
              <a:solidFill>
                <a:srgbClr val="EFCEC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0" y="-66675"/>
                <a:ext cx="4751775" cy="6774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19"/>
                  </a:lnSpc>
                  <a:spcBef>
                    <a:spcPct val="0"/>
                  </a:spcBef>
                </a:pPr>
                <a:r>
                  <a:rPr lang="en-US" sz="2799" b="1" dirty="0">
                    <a:solidFill>
                      <a:srgbClr val="1D1B1A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23103900050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AA223-561E-4F9C-D699-858ABC580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4C9260-150A-DD18-F53A-7E3417A37DB6}"/>
              </a:ext>
            </a:extLst>
          </p:cNvPr>
          <p:cNvGrpSpPr/>
          <p:nvPr/>
        </p:nvGrpSpPr>
        <p:grpSpPr>
          <a:xfrm>
            <a:off x="1028700" y="1013792"/>
            <a:ext cx="16227262" cy="889871"/>
            <a:chOff x="0" y="0"/>
            <a:chExt cx="4273847" cy="2343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EABE5F-8E8F-AE77-721F-4B1B7F2BEF03}"/>
                </a:ext>
              </a:extLst>
            </p:cNvPr>
            <p:cNvSpPr/>
            <p:nvPr/>
          </p:nvSpPr>
          <p:spPr>
            <a:xfrm>
              <a:off x="0" y="0"/>
              <a:ext cx="4273847" cy="234369"/>
            </a:xfrm>
            <a:custGeom>
              <a:avLst/>
              <a:gdLst/>
              <a:ahLst/>
              <a:cxnLst/>
              <a:rect l="l" t="t" r="r" b="b"/>
              <a:pathLst>
                <a:path w="4273847" h="234369">
                  <a:moveTo>
                    <a:pt x="47709" y="0"/>
                  </a:moveTo>
                  <a:lnTo>
                    <a:pt x="4226137" y="0"/>
                  </a:lnTo>
                  <a:cubicBezTo>
                    <a:pt x="4252487" y="0"/>
                    <a:pt x="4273847" y="21360"/>
                    <a:pt x="4273847" y="47709"/>
                  </a:cubicBezTo>
                  <a:lnTo>
                    <a:pt x="4273847" y="186660"/>
                  </a:lnTo>
                  <a:cubicBezTo>
                    <a:pt x="4273847" y="213009"/>
                    <a:pt x="4252487" y="234369"/>
                    <a:pt x="4226137" y="234369"/>
                  </a:cubicBezTo>
                  <a:lnTo>
                    <a:pt x="47709" y="234369"/>
                  </a:lnTo>
                  <a:cubicBezTo>
                    <a:pt x="21360" y="234369"/>
                    <a:pt x="0" y="213009"/>
                    <a:pt x="0" y="186660"/>
                  </a:cubicBezTo>
                  <a:lnTo>
                    <a:pt x="0" y="47709"/>
                  </a:lnTo>
                  <a:cubicBezTo>
                    <a:pt x="0" y="21360"/>
                    <a:pt x="21360" y="0"/>
                    <a:pt x="4770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D1B1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494FFEC-EDAE-7B9B-10EF-6168890B5E39}"/>
                </a:ext>
              </a:extLst>
            </p:cNvPr>
            <p:cNvSpPr txBox="1"/>
            <p:nvPr/>
          </p:nvSpPr>
          <p:spPr>
            <a:xfrm>
              <a:off x="0" y="-47625"/>
              <a:ext cx="4273847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339209E-955A-730E-E301-112861C77DB7}"/>
              </a:ext>
            </a:extLst>
          </p:cNvPr>
          <p:cNvGrpSpPr/>
          <p:nvPr/>
        </p:nvGrpSpPr>
        <p:grpSpPr>
          <a:xfrm>
            <a:off x="1227765" y="1085095"/>
            <a:ext cx="2871742" cy="747265"/>
            <a:chOff x="0" y="0"/>
            <a:chExt cx="756344" cy="19681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8149BD9-7F21-2A98-2048-12B0825E5D2C}"/>
                </a:ext>
              </a:extLst>
            </p:cNvPr>
            <p:cNvSpPr/>
            <p:nvPr/>
          </p:nvSpPr>
          <p:spPr>
            <a:xfrm>
              <a:off x="0" y="0"/>
              <a:ext cx="756344" cy="196811"/>
            </a:xfrm>
            <a:custGeom>
              <a:avLst/>
              <a:gdLst/>
              <a:ahLst/>
              <a:cxnLst/>
              <a:rect l="l" t="t" r="r" b="b"/>
              <a:pathLst>
                <a:path w="756344" h="196811">
                  <a:moveTo>
                    <a:pt x="98405" y="0"/>
                  </a:moveTo>
                  <a:lnTo>
                    <a:pt x="657938" y="0"/>
                  </a:lnTo>
                  <a:cubicBezTo>
                    <a:pt x="712286" y="0"/>
                    <a:pt x="756344" y="44058"/>
                    <a:pt x="756344" y="98405"/>
                  </a:cubicBezTo>
                  <a:lnTo>
                    <a:pt x="756344" y="98405"/>
                  </a:lnTo>
                  <a:cubicBezTo>
                    <a:pt x="756344" y="152753"/>
                    <a:pt x="712286" y="196811"/>
                    <a:pt x="657938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4376EB4-0E46-6E9E-63A6-2917290D8F00}"/>
                </a:ext>
              </a:extLst>
            </p:cNvPr>
            <p:cNvSpPr txBox="1"/>
            <p:nvPr/>
          </p:nvSpPr>
          <p:spPr>
            <a:xfrm>
              <a:off x="0" y="-47625"/>
              <a:ext cx="756344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Home</a:t>
              </a: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5BF36C5-E9E9-5640-6059-71891F2DAD63}"/>
              </a:ext>
            </a:extLst>
          </p:cNvPr>
          <p:cNvSpPr/>
          <p:nvPr/>
        </p:nvSpPr>
        <p:spPr>
          <a:xfrm>
            <a:off x="15546330" y="1244472"/>
            <a:ext cx="428511" cy="428511"/>
          </a:xfrm>
          <a:custGeom>
            <a:avLst/>
            <a:gdLst/>
            <a:ahLst/>
            <a:cxnLst/>
            <a:rect l="l" t="t" r="r" b="b"/>
            <a:pathLst>
              <a:path w="428511" h="428511">
                <a:moveTo>
                  <a:pt x="0" y="0"/>
                </a:moveTo>
                <a:lnTo>
                  <a:pt x="428511" y="0"/>
                </a:lnTo>
                <a:lnTo>
                  <a:pt x="428511" y="428511"/>
                </a:lnTo>
                <a:lnTo>
                  <a:pt x="0" y="42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227C8344-3387-A8A5-90C9-5989D86EB402}"/>
              </a:ext>
            </a:extLst>
          </p:cNvPr>
          <p:cNvGrpSpPr/>
          <p:nvPr/>
        </p:nvGrpSpPr>
        <p:grpSpPr>
          <a:xfrm>
            <a:off x="16366091" y="1013792"/>
            <a:ext cx="889871" cy="889871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5B03B12-02F0-28C7-E34C-6AB6A5A1079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78A61B6-DD21-E4B9-F1C4-515241EA161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76139" tIns="76139" rIns="76139" bIns="76139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</a:t>
              </a: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C024E5E-1B34-D3CB-775E-902ED7CEACEE}"/>
              </a:ext>
            </a:extLst>
          </p:cNvPr>
          <p:cNvGrpSpPr/>
          <p:nvPr/>
        </p:nvGrpSpPr>
        <p:grpSpPr>
          <a:xfrm>
            <a:off x="4374189" y="1028700"/>
            <a:ext cx="2917864" cy="874963"/>
            <a:chOff x="0" y="0"/>
            <a:chExt cx="768491" cy="23044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CE68400-357E-3F38-5786-8E3D22DA0F7F}"/>
                </a:ext>
              </a:extLst>
            </p:cNvPr>
            <p:cNvSpPr/>
            <p:nvPr/>
          </p:nvSpPr>
          <p:spPr>
            <a:xfrm>
              <a:off x="0" y="0"/>
              <a:ext cx="768491" cy="230443"/>
            </a:xfrm>
            <a:custGeom>
              <a:avLst/>
              <a:gdLst/>
              <a:ahLst/>
              <a:cxnLst/>
              <a:rect l="l" t="t" r="r" b="b"/>
              <a:pathLst>
                <a:path w="768491" h="230443">
                  <a:moveTo>
                    <a:pt x="115221" y="0"/>
                  </a:moveTo>
                  <a:lnTo>
                    <a:pt x="653269" y="0"/>
                  </a:lnTo>
                  <a:cubicBezTo>
                    <a:pt x="716904" y="0"/>
                    <a:pt x="768491" y="51586"/>
                    <a:pt x="768491" y="115221"/>
                  </a:cubicBezTo>
                  <a:lnTo>
                    <a:pt x="768491" y="115221"/>
                  </a:lnTo>
                  <a:cubicBezTo>
                    <a:pt x="768491" y="178856"/>
                    <a:pt x="716904" y="230443"/>
                    <a:pt x="653269" y="230443"/>
                  </a:cubicBezTo>
                  <a:lnTo>
                    <a:pt x="115221" y="230443"/>
                  </a:lnTo>
                  <a:cubicBezTo>
                    <a:pt x="51586" y="230443"/>
                    <a:pt x="0" y="178856"/>
                    <a:pt x="0" y="115221"/>
                  </a:cubicBezTo>
                  <a:lnTo>
                    <a:pt x="0" y="115221"/>
                  </a:lnTo>
                  <a:cubicBezTo>
                    <a:pt x="0" y="51586"/>
                    <a:pt x="51586" y="0"/>
                    <a:pt x="115221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028C652-B00B-A39E-C393-0304E0B5AC93}"/>
                </a:ext>
              </a:extLst>
            </p:cNvPr>
            <p:cNvSpPr txBox="1"/>
            <p:nvPr/>
          </p:nvSpPr>
          <p:spPr>
            <a:xfrm>
              <a:off x="0" y="-47625"/>
              <a:ext cx="768491" cy="27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Content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529FB63F-63E7-BC2F-5FE1-C548D8AADF0C}"/>
              </a:ext>
            </a:extLst>
          </p:cNvPr>
          <p:cNvGrpSpPr/>
          <p:nvPr/>
        </p:nvGrpSpPr>
        <p:grpSpPr>
          <a:xfrm>
            <a:off x="0" y="8724022"/>
            <a:ext cx="18288000" cy="6899665"/>
            <a:chOff x="0" y="0"/>
            <a:chExt cx="5256845" cy="198329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EBB22A2-2458-CB29-74F6-FB283143E8E6}"/>
                </a:ext>
              </a:extLst>
            </p:cNvPr>
            <p:cNvSpPr/>
            <p:nvPr/>
          </p:nvSpPr>
          <p:spPr>
            <a:xfrm>
              <a:off x="0" y="0"/>
              <a:ext cx="5256845" cy="1983293"/>
            </a:xfrm>
            <a:custGeom>
              <a:avLst/>
              <a:gdLst/>
              <a:ahLst/>
              <a:cxnLst/>
              <a:rect l="l" t="t" r="r" b="b"/>
              <a:pathLst>
                <a:path w="5256845" h="1983293">
                  <a:moveTo>
                    <a:pt x="42333" y="0"/>
                  </a:moveTo>
                  <a:lnTo>
                    <a:pt x="5214512" y="0"/>
                  </a:lnTo>
                  <a:cubicBezTo>
                    <a:pt x="5225739" y="0"/>
                    <a:pt x="5236507" y="4460"/>
                    <a:pt x="5244446" y="12399"/>
                  </a:cubicBezTo>
                  <a:cubicBezTo>
                    <a:pt x="5252385" y="20338"/>
                    <a:pt x="5256845" y="31106"/>
                    <a:pt x="5256845" y="42333"/>
                  </a:cubicBezTo>
                  <a:lnTo>
                    <a:pt x="5256845" y="1940960"/>
                  </a:lnTo>
                  <a:cubicBezTo>
                    <a:pt x="5256845" y="1952188"/>
                    <a:pt x="5252385" y="1962955"/>
                    <a:pt x="5244446" y="1970894"/>
                  </a:cubicBezTo>
                  <a:cubicBezTo>
                    <a:pt x="5236507" y="1978833"/>
                    <a:pt x="5225739" y="1983293"/>
                    <a:pt x="5214512" y="1983293"/>
                  </a:cubicBezTo>
                  <a:lnTo>
                    <a:pt x="42333" y="1983293"/>
                  </a:lnTo>
                  <a:cubicBezTo>
                    <a:pt x="31106" y="1983293"/>
                    <a:pt x="20338" y="1978833"/>
                    <a:pt x="12399" y="1970894"/>
                  </a:cubicBezTo>
                  <a:cubicBezTo>
                    <a:pt x="4460" y="1962955"/>
                    <a:pt x="0" y="1952188"/>
                    <a:pt x="0" y="1940960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EDEDE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DB1D7100-9B66-3CF3-1B46-CAD6994B8536}"/>
                </a:ext>
              </a:extLst>
            </p:cNvPr>
            <p:cNvSpPr txBox="1"/>
            <p:nvPr/>
          </p:nvSpPr>
          <p:spPr>
            <a:xfrm>
              <a:off x="0" y="-47625"/>
              <a:ext cx="5256845" cy="2030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383A2B19-AC8A-E44F-0247-3E31E9E085EF}"/>
              </a:ext>
            </a:extLst>
          </p:cNvPr>
          <p:cNvSpPr txBox="1"/>
          <p:nvPr/>
        </p:nvSpPr>
        <p:spPr>
          <a:xfrm>
            <a:off x="1501531" y="3475273"/>
            <a:ext cx="5195954" cy="172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3"/>
              </a:lnSpc>
            </a:pPr>
            <a:r>
              <a:rPr lang="en-US" sz="7259" spc="-362">
                <a:solidFill>
                  <a:srgbClr val="1D1B1A"/>
                </a:solidFill>
                <a:latin typeface="DM Sans"/>
                <a:ea typeface="DM Sans"/>
                <a:cs typeface="DM Sans"/>
                <a:sym typeface="DM Sans"/>
              </a:rPr>
              <a:t>Problem Statement 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FBD9C00-81F5-20B3-1E1C-AA61F5DE8E53}"/>
              </a:ext>
            </a:extLst>
          </p:cNvPr>
          <p:cNvSpPr txBox="1"/>
          <p:nvPr/>
        </p:nvSpPr>
        <p:spPr>
          <a:xfrm>
            <a:off x="10282328" y="3944271"/>
            <a:ext cx="5242421" cy="486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28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Information Overload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740A38D-ED5E-DB75-1A93-B4CFAD8229E2}"/>
              </a:ext>
            </a:extLst>
          </p:cNvPr>
          <p:cNvSpPr txBox="1"/>
          <p:nvPr/>
        </p:nvSpPr>
        <p:spPr>
          <a:xfrm>
            <a:off x="10282328" y="5518021"/>
            <a:ext cx="5242421" cy="98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28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Lack of Domain-Specific Insights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AE29AA7-8C50-C894-AD9B-2DC2D80A5F58}"/>
              </a:ext>
            </a:extLst>
          </p:cNvPr>
          <p:cNvSpPr txBox="1"/>
          <p:nvPr/>
        </p:nvSpPr>
        <p:spPr>
          <a:xfrm>
            <a:off x="10394618" y="7592762"/>
            <a:ext cx="5017841" cy="486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28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 Security Concerns</a:t>
            </a:r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51892654-AEE3-2B60-C8B3-4B38C705D4AF}"/>
              </a:ext>
            </a:extLst>
          </p:cNvPr>
          <p:cNvSpPr/>
          <p:nvPr/>
        </p:nvSpPr>
        <p:spPr>
          <a:xfrm>
            <a:off x="1319447" y="5594221"/>
            <a:ext cx="5560120" cy="0"/>
          </a:xfrm>
          <a:prstGeom prst="line">
            <a:avLst/>
          </a:prstGeom>
          <a:ln w="38100" cap="rnd">
            <a:solidFill>
              <a:srgbClr val="1D1B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36182E35-6FFC-80CC-2D4B-512EBCD45CF7}"/>
              </a:ext>
            </a:extLst>
          </p:cNvPr>
          <p:cNvGrpSpPr/>
          <p:nvPr/>
        </p:nvGrpSpPr>
        <p:grpSpPr>
          <a:xfrm>
            <a:off x="7553054" y="1085095"/>
            <a:ext cx="2917864" cy="747265"/>
            <a:chOff x="0" y="0"/>
            <a:chExt cx="768491" cy="196811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72C44EEA-81B6-326D-4506-2E81118306B9}"/>
                </a:ext>
              </a:extLst>
            </p:cNvPr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02B62068-600B-6A82-5A6B-B0407B89255C}"/>
                </a:ext>
              </a:extLst>
            </p:cNvPr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Out</a:t>
              </a:r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00335612-8553-E1ED-4BFD-9D1BE7C7FAE1}"/>
              </a:ext>
            </a:extLst>
          </p:cNvPr>
          <p:cNvSpPr txBox="1"/>
          <p:nvPr/>
        </p:nvSpPr>
        <p:spPr>
          <a:xfrm>
            <a:off x="1028700" y="5973519"/>
            <a:ext cx="6325035" cy="307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 today’s information-heavy world, organizations across various sectors are struggling with managing large volumes of data. 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A5D0493-5F34-064B-E44F-0A37A8944C1C}"/>
              </a:ext>
            </a:extLst>
          </p:cNvPr>
          <p:cNvGrpSpPr/>
          <p:nvPr/>
        </p:nvGrpSpPr>
        <p:grpSpPr>
          <a:xfrm>
            <a:off x="7801476" y="3599422"/>
            <a:ext cx="10209528" cy="5742800"/>
            <a:chOff x="3416267" y="2582767"/>
            <a:chExt cx="11452128" cy="6694583"/>
          </a:xfrm>
        </p:grpSpPr>
        <p:grpSp>
          <p:nvGrpSpPr>
            <p:cNvPr id="40" name="Group 15">
              <a:extLst>
                <a:ext uri="{FF2B5EF4-FFF2-40B4-BE49-F238E27FC236}">
                  <a16:creationId xmlns:a16="http://schemas.microsoft.com/office/drawing/2014/main" id="{B3816964-4DF6-AE95-FDBE-1CFAFC9BE48B}"/>
                </a:ext>
              </a:extLst>
            </p:cNvPr>
            <p:cNvGrpSpPr/>
            <p:nvPr/>
          </p:nvGrpSpPr>
          <p:grpSpPr>
            <a:xfrm>
              <a:off x="3416267" y="2582767"/>
              <a:ext cx="11452128" cy="6694583"/>
              <a:chOff x="0" y="0"/>
              <a:chExt cx="3254491" cy="1902481"/>
            </a:xfrm>
          </p:grpSpPr>
          <p:sp>
            <p:nvSpPr>
              <p:cNvPr id="42" name="Freeform 16">
                <a:extLst>
                  <a:ext uri="{FF2B5EF4-FFF2-40B4-BE49-F238E27FC236}">
                    <a16:creationId xmlns:a16="http://schemas.microsoft.com/office/drawing/2014/main" id="{861D7273-BBAD-E3E0-E07D-495B5760CC8F}"/>
                  </a:ext>
                </a:extLst>
              </p:cNvPr>
              <p:cNvSpPr/>
              <p:nvPr/>
            </p:nvSpPr>
            <p:spPr>
              <a:xfrm>
                <a:off x="0" y="0"/>
                <a:ext cx="3254491" cy="1902481"/>
              </a:xfrm>
              <a:custGeom>
                <a:avLst/>
                <a:gdLst/>
                <a:ahLst/>
                <a:cxnLst/>
                <a:rect l="l" t="t" r="r" b="b"/>
                <a:pathLst>
                  <a:path w="3254491" h="1902481">
                    <a:moveTo>
                      <a:pt x="67602" y="0"/>
                    </a:moveTo>
                    <a:lnTo>
                      <a:pt x="3186889" y="0"/>
                    </a:lnTo>
                    <a:cubicBezTo>
                      <a:pt x="3224225" y="0"/>
                      <a:pt x="3254491" y="30267"/>
                      <a:pt x="3254491" y="67602"/>
                    </a:cubicBezTo>
                    <a:lnTo>
                      <a:pt x="3254491" y="1834879"/>
                    </a:lnTo>
                    <a:cubicBezTo>
                      <a:pt x="3254491" y="1852808"/>
                      <a:pt x="3247369" y="1870003"/>
                      <a:pt x="3234691" y="1882681"/>
                    </a:cubicBezTo>
                    <a:cubicBezTo>
                      <a:pt x="3222013" y="1895359"/>
                      <a:pt x="3204818" y="1902481"/>
                      <a:pt x="3186889" y="1902481"/>
                    </a:cubicBezTo>
                    <a:lnTo>
                      <a:pt x="67602" y="1902481"/>
                    </a:lnTo>
                    <a:cubicBezTo>
                      <a:pt x="49673" y="1902481"/>
                      <a:pt x="32478" y="1895359"/>
                      <a:pt x="19800" y="1882681"/>
                    </a:cubicBezTo>
                    <a:cubicBezTo>
                      <a:pt x="7122" y="1870003"/>
                      <a:pt x="0" y="1852808"/>
                      <a:pt x="0" y="1834879"/>
                    </a:cubicBezTo>
                    <a:lnTo>
                      <a:pt x="0" y="67602"/>
                    </a:lnTo>
                    <a:cubicBezTo>
                      <a:pt x="0" y="49673"/>
                      <a:pt x="7122" y="32478"/>
                      <a:pt x="19800" y="19800"/>
                    </a:cubicBezTo>
                    <a:cubicBezTo>
                      <a:pt x="32478" y="7122"/>
                      <a:pt x="49673" y="0"/>
                      <a:pt x="67602" y="0"/>
                    </a:cubicBezTo>
                    <a:close/>
                  </a:path>
                </a:pathLst>
              </a:custGeom>
              <a:solidFill>
                <a:srgbClr val="1D1B1A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17">
                <a:extLst>
                  <a:ext uri="{FF2B5EF4-FFF2-40B4-BE49-F238E27FC236}">
                    <a16:creationId xmlns:a16="http://schemas.microsoft.com/office/drawing/2014/main" id="{61EB46D2-4D26-A83C-6A1F-D3C3824898C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3254491" cy="19596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6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024BB6BD-E805-35B2-4B23-E8D3CB81D2E0}"/>
                </a:ext>
              </a:extLst>
            </p:cNvPr>
            <p:cNvSpPr/>
            <p:nvPr/>
          </p:nvSpPr>
          <p:spPr>
            <a:xfrm>
              <a:off x="3946575" y="2933733"/>
              <a:ext cx="10391511" cy="5992650"/>
            </a:xfrm>
            <a:custGeom>
              <a:avLst/>
              <a:gdLst/>
              <a:ahLst/>
              <a:cxnLst/>
              <a:rect l="l" t="t" r="r" b="b"/>
              <a:pathLst>
                <a:path w="10391511" h="5992650">
                  <a:moveTo>
                    <a:pt x="0" y="0"/>
                  </a:moveTo>
                  <a:lnTo>
                    <a:pt x="10391511" y="0"/>
                  </a:lnTo>
                  <a:lnTo>
                    <a:pt x="10391511" y="5992650"/>
                  </a:lnTo>
                  <a:lnTo>
                    <a:pt x="0" y="5992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906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13792"/>
            <a:ext cx="16227262" cy="889871"/>
            <a:chOff x="0" y="0"/>
            <a:chExt cx="4273847" cy="2343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3847" cy="234369"/>
            </a:xfrm>
            <a:custGeom>
              <a:avLst/>
              <a:gdLst/>
              <a:ahLst/>
              <a:cxnLst/>
              <a:rect l="l" t="t" r="r" b="b"/>
              <a:pathLst>
                <a:path w="4273847" h="234369">
                  <a:moveTo>
                    <a:pt x="47709" y="0"/>
                  </a:moveTo>
                  <a:lnTo>
                    <a:pt x="4226137" y="0"/>
                  </a:lnTo>
                  <a:cubicBezTo>
                    <a:pt x="4252487" y="0"/>
                    <a:pt x="4273847" y="21360"/>
                    <a:pt x="4273847" y="47709"/>
                  </a:cubicBezTo>
                  <a:lnTo>
                    <a:pt x="4273847" y="186660"/>
                  </a:lnTo>
                  <a:cubicBezTo>
                    <a:pt x="4273847" y="213009"/>
                    <a:pt x="4252487" y="234369"/>
                    <a:pt x="4226137" y="234369"/>
                  </a:cubicBezTo>
                  <a:lnTo>
                    <a:pt x="47709" y="234369"/>
                  </a:lnTo>
                  <a:cubicBezTo>
                    <a:pt x="21360" y="234369"/>
                    <a:pt x="0" y="213009"/>
                    <a:pt x="0" y="186660"/>
                  </a:cubicBezTo>
                  <a:lnTo>
                    <a:pt x="0" y="47709"/>
                  </a:lnTo>
                  <a:cubicBezTo>
                    <a:pt x="0" y="21360"/>
                    <a:pt x="21360" y="0"/>
                    <a:pt x="4770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D1B1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3847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7765" y="1085095"/>
            <a:ext cx="2871742" cy="747265"/>
            <a:chOff x="0" y="0"/>
            <a:chExt cx="756344" cy="1968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6344" cy="196811"/>
            </a:xfrm>
            <a:custGeom>
              <a:avLst/>
              <a:gdLst/>
              <a:ahLst/>
              <a:cxnLst/>
              <a:rect l="l" t="t" r="r" b="b"/>
              <a:pathLst>
                <a:path w="756344" h="196811">
                  <a:moveTo>
                    <a:pt x="98405" y="0"/>
                  </a:moveTo>
                  <a:lnTo>
                    <a:pt x="657938" y="0"/>
                  </a:lnTo>
                  <a:cubicBezTo>
                    <a:pt x="712286" y="0"/>
                    <a:pt x="756344" y="44058"/>
                    <a:pt x="756344" y="98405"/>
                  </a:cubicBezTo>
                  <a:lnTo>
                    <a:pt x="756344" y="98405"/>
                  </a:lnTo>
                  <a:cubicBezTo>
                    <a:pt x="756344" y="152753"/>
                    <a:pt x="712286" y="196811"/>
                    <a:pt x="657938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56344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Home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5546330" y="1244472"/>
            <a:ext cx="428511" cy="428511"/>
          </a:xfrm>
          <a:custGeom>
            <a:avLst/>
            <a:gdLst/>
            <a:ahLst/>
            <a:cxnLst/>
            <a:rect l="l" t="t" r="r" b="b"/>
            <a:pathLst>
              <a:path w="428511" h="428511">
                <a:moveTo>
                  <a:pt x="0" y="0"/>
                </a:moveTo>
                <a:lnTo>
                  <a:pt x="428511" y="0"/>
                </a:lnTo>
                <a:lnTo>
                  <a:pt x="428511" y="428511"/>
                </a:lnTo>
                <a:lnTo>
                  <a:pt x="0" y="42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366091" y="1013792"/>
            <a:ext cx="889871" cy="88987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76139" tIns="76139" rIns="76139" bIns="76139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4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74189" y="1028700"/>
            <a:ext cx="2917864" cy="874963"/>
            <a:chOff x="0" y="0"/>
            <a:chExt cx="768491" cy="2304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8491" cy="230443"/>
            </a:xfrm>
            <a:custGeom>
              <a:avLst/>
              <a:gdLst/>
              <a:ahLst/>
              <a:cxnLst/>
              <a:rect l="l" t="t" r="r" b="b"/>
              <a:pathLst>
                <a:path w="768491" h="230443">
                  <a:moveTo>
                    <a:pt x="115221" y="0"/>
                  </a:moveTo>
                  <a:lnTo>
                    <a:pt x="653269" y="0"/>
                  </a:lnTo>
                  <a:cubicBezTo>
                    <a:pt x="716904" y="0"/>
                    <a:pt x="768491" y="51586"/>
                    <a:pt x="768491" y="115221"/>
                  </a:cubicBezTo>
                  <a:lnTo>
                    <a:pt x="768491" y="115221"/>
                  </a:lnTo>
                  <a:cubicBezTo>
                    <a:pt x="768491" y="178856"/>
                    <a:pt x="716904" y="230443"/>
                    <a:pt x="653269" y="230443"/>
                  </a:cubicBezTo>
                  <a:lnTo>
                    <a:pt x="115221" y="230443"/>
                  </a:lnTo>
                  <a:cubicBezTo>
                    <a:pt x="51586" y="230443"/>
                    <a:pt x="0" y="178856"/>
                    <a:pt x="0" y="115221"/>
                  </a:cubicBezTo>
                  <a:lnTo>
                    <a:pt x="0" y="115221"/>
                  </a:lnTo>
                  <a:cubicBezTo>
                    <a:pt x="0" y="51586"/>
                    <a:pt x="51586" y="0"/>
                    <a:pt x="115221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68491" cy="27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Content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29613" y="2789909"/>
            <a:ext cx="12228775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12000" spc="-600">
                <a:solidFill>
                  <a:srgbClr val="1D1B1A"/>
                </a:solidFill>
                <a:latin typeface="DM Sans"/>
                <a:ea typeface="DM Sans"/>
                <a:cs typeface="DM Sans"/>
                <a:sym typeface="DM Sans"/>
              </a:rPr>
              <a:t>Proposed Solution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120290" y="8426541"/>
            <a:ext cx="3139010" cy="5129299"/>
            <a:chOff x="0" y="0"/>
            <a:chExt cx="4185346" cy="6839066"/>
          </a:xfrm>
        </p:grpSpPr>
        <p:sp>
          <p:nvSpPr>
            <p:cNvPr id="17" name="AutoShape 17"/>
            <p:cNvSpPr/>
            <p:nvPr/>
          </p:nvSpPr>
          <p:spPr>
            <a:xfrm>
              <a:off x="0" y="0"/>
              <a:ext cx="4185346" cy="6839066"/>
            </a:xfrm>
            <a:prstGeom prst="rect">
              <a:avLst/>
            </a:prstGeom>
            <a:solidFill>
              <a:srgbClr val="EDEDE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947393" y="9459671"/>
            <a:ext cx="11598937" cy="0"/>
          </a:xfrm>
          <a:prstGeom prst="line">
            <a:avLst/>
          </a:prstGeom>
          <a:ln w="38100" cap="rnd">
            <a:solidFill>
              <a:srgbClr val="1D1B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7553054" y="1085095"/>
            <a:ext cx="2917864" cy="747265"/>
            <a:chOff x="0" y="0"/>
            <a:chExt cx="768491" cy="1968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Out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75035" y="4712613"/>
            <a:ext cx="5048945" cy="4108883"/>
            <a:chOff x="0" y="0"/>
            <a:chExt cx="1434820" cy="11676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34820" cy="1167672"/>
            </a:xfrm>
            <a:custGeom>
              <a:avLst/>
              <a:gdLst/>
              <a:ahLst/>
              <a:cxnLst/>
              <a:rect l="l" t="t" r="r" b="b"/>
              <a:pathLst>
                <a:path w="1434820" h="1167672">
                  <a:moveTo>
                    <a:pt x="76669" y="0"/>
                  </a:moveTo>
                  <a:lnTo>
                    <a:pt x="1358152" y="0"/>
                  </a:lnTo>
                  <a:cubicBezTo>
                    <a:pt x="1378485" y="0"/>
                    <a:pt x="1397986" y="8078"/>
                    <a:pt x="1412365" y="22456"/>
                  </a:cubicBezTo>
                  <a:cubicBezTo>
                    <a:pt x="1426743" y="36834"/>
                    <a:pt x="1434820" y="56335"/>
                    <a:pt x="1434820" y="76669"/>
                  </a:cubicBezTo>
                  <a:lnTo>
                    <a:pt x="1434820" y="1091003"/>
                  </a:lnTo>
                  <a:cubicBezTo>
                    <a:pt x="1434820" y="1111337"/>
                    <a:pt x="1426743" y="1130838"/>
                    <a:pt x="1412365" y="1145216"/>
                  </a:cubicBezTo>
                  <a:cubicBezTo>
                    <a:pt x="1397986" y="1159594"/>
                    <a:pt x="1378485" y="1167672"/>
                    <a:pt x="1358152" y="1167672"/>
                  </a:cubicBezTo>
                  <a:lnTo>
                    <a:pt x="76669" y="1167672"/>
                  </a:lnTo>
                  <a:cubicBezTo>
                    <a:pt x="56335" y="1167672"/>
                    <a:pt x="36834" y="1159594"/>
                    <a:pt x="22456" y="1145216"/>
                  </a:cubicBezTo>
                  <a:cubicBezTo>
                    <a:pt x="8078" y="1130838"/>
                    <a:pt x="0" y="1111337"/>
                    <a:pt x="0" y="1091003"/>
                  </a:cubicBezTo>
                  <a:lnTo>
                    <a:pt x="0" y="76669"/>
                  </a:lnTo>
                  <a:cubicBezTo>
                    <a:pt x="0" y="56335"/>
                    <a:pt x="8078" y="36834"/>
                    <a:pt x="22456" y="22456"/>
                  </a:cubicBezTo>
                  <a:cubicBezTo>
                    <a:pt x="36834" y="8078"/>
                    <a:pt x="56335" y="0"/>
                    <a:pt x="76669" y="0"/>
                  </a:cubicBezTo>
                  <a:close/>
                </a:path>
              </a:pathLst>
            </a:custGeom>
            <a:solidFill>
              <a:srgbClr val="1D1B1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434820" cy="1215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280427" y="5484354"/>
            <a:ext cx="3638161" cy="243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Tork Ai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92053" y="5404979"/>
            <a:ext cx="9238572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Tork AI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is a Simple, domain-specific knowledge management platform that combines AI powered information retrieval with generative capabilities, providing real-time, actionable insights from an organization’s internal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13792"/>
            <a:ext cx="16227262" cy="889871"/>
            <a:chOff x="0" y="0"/>
            <a:chExt cx="4273847" cy="2343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3847" cy="234369"/>
            </a:xfrm>
            <a:custGeom>
              <a:avLst/>
              <a:gdLst/>
              <a:ahLst/>
              <a:cxnLst/>
              <a:rect l="l" t="t" r="r" b="b"/>
              <a:pathLst>
                <a:path w="4273847" h="234369">
                  <a:moveTo>
                    <a:pt x="47709" y="0"/>
                  </a:moveTo>
                  <a:lnTo>
                    <a:pt x="4226137" y="0"/>
                  </a:lnTo>
                  <a:cubicBezTo>
                    <a:pt x="4252487" y="0"/>
                    <a:pt x="4273847" y="21360"/>
                    <a:pt x="4273847" y="47709"/>
                  </a:cubicBezTo>
                  <a:lnTo>
                    <a:pt x="4273847" y="186660"/>
                  </a:lnTo>
                  <a:cubicBezTo>
                    <a:pt x="4273847" y="213009"/>
                    <a:pt x="4252487" y="234369"/>
                    <a:pt x="4226137" y="234369"/>
                  </a:cubicBezTo>
                  <a:lnTo>
                    <a:pt x="47709" y="234369"/>
                  </a:lnTo>
                  <a:cubicBezTo>
                    <a:pt x="21360" y="234369"/>
                    <a:pt x="0" y="213009"/>
                    <a:pt x="0" y="186660"/>
                  </a:cubicBezTo>
                  <a:lnTo>
                    <a:pt x="0" y="47709"/>
                  </a:lnTo>
                  <a:cubicBezTo>
                    <a:pt x="0" y="21360"/>
                    <a:pt x="21360" y="0"/>
                    <a:pt x="4770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D1B1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3847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7765" y="1085095"/>
            <a:ext cx="2871742" cy="747265"/>
            <a:chOff x="0" y="0"/>
            <a:chExt cx="756344" cy="1968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6344" cy="196811"/>
            </a:xfrm>
            <a:custGeom>
              <a:avLst/>
              <a:gdLst/>
              <a:ahLst/>
              <a:cxnLst/>
              <a:rect l="l" t="t" r="r" b="b"/>
              <a:pathLst>
                <a:path w="756344" h="196811">
                  <a:moveTo>
                    <a:pt x="98405" y="0"/>
                  </a:moveTo>
                  <a:lnTo>
                    <a:pt x="657938" y="0"/>
                  </a:lnTo>
                  <a:cubicBezTo>
                    <a:pt x="712286" y="0"/>
                    <a:pt x="756344" y="44058"/>
                    <a:pt x="756344" y="98405"/>
                  </a:cubicBezTo>
                  <a:lnTo>
                    <a:pt x="756344" y="98405"/>
                  </a:lnTo>
                  <a:cubicBezTo>
                    <a:pt x="756344" y="152753"/>
                    <a:pt x="712286" y="196811"/>
                    <a:pt x="657938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56344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Home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5546330" y="1244472"/>
            <a:ext cx="428511" cy="428511"/>
          </a:xfrm>
          <a:custGeom>
            <a:avLst/>
            <a:gdLst/>
            <a:ahLst/>
            <a:cxnLst/>
            <a:rect l="l" t="t" r="r" b="b"/>
            <a:pathLst>
              <a:path w="428511" h="428511">
                <a:moveTo>
                  <a:pt x="0" y="0"/>
                </a:moveTo>
                <a:lnTo>
                  <a:pt x="428511" y="0"/>
                </a:lnTo>
                <a:lnTo>
                  <a:pt x="428511" y="428511"/>
                </a:lnTo>
                <a:lnTo>
                  <a:pt x="0" y="42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366091" y="1013792"/>
            <a:ext cx="889871" cy="88987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76139" tIns="76139" rIns="76139" bIns="76139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74189" y="1028700"/>
            <a:ext cx="2917864" cy="874963"/>
            <a:chOff x="0" y="0"/>
            <a:chExt cx="768491" cy="2304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8491" cy="230443"/>
            </a:xfrm>
            <a:custGeom>
              <a:avLst/>
              <a:gdLst/>
              <a:ahLst/>
              <a:cxnLst/>
              <a:rect l="l" t="t" r="r" b="b"/>
              <a:pathLst>
                <a:path w="768491" h="230443">
                  <a:moveTo>
                    <a:pt x="115221" y="0"/>
                  </a:moveTo>
                  <a:lnTo>
                    <a:pt x="653269" y="0"/>
                  </a:lnTo>
                  <a:cubicBezTo>
                    <a:pt x="716904" y="0"/>
                    <a:pt x="768491" y="51586"/>
                    <a:pt x="768491" y="115221"/>
                  </a:cubicBezTo>
                  <a:lnTo>
                    <a:pt x="768491" y="115221"/>
                  </a:lnTo>
                  <a:cubicBezTo>
                    <a:pt x="768491" y="178856"/>
                    <a:pt x="716904" y="230443"/>
                    <a:pt x="653269" y="230443"/>
                  </a:cubicBezTo>
                  <a:lnTo>
                    <a:pt x="115221" y="230443"/>
                  </a:lnTo>
                  <a:cubicBezTo>
                    <a:pt x="51586" y="230443"/>
                    <a:pt x="0" y="178856"/>
                    <a:pt x="0" y="115221"/>
                  </a:cubicBezTo>
                  <a:lnTo>
                    <a:pt x="0" y="115221"/>
                  </a:lnTo>
                  <a:cubicBezTo>
                    <a:pt x="0" y="51586"/>
                    <a:pt x="51586" y="0"/>
                    <a:pt x="115221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68491" cy="27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68098" y="3817919"/>
            <a:ext cx="4123954" cy="1216044"/>
            <a:chOff x="0" y="0"/>
            <a:chExt cx="1171954" cy="3455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71955" cy="345578"/>
            </a:xfrm>
            <a:custGeom>
              <a:avLst/>
              <a:gdLst/>
              <a:ahLst/>
              <a:cxnLst/>
              <a:rect l="l" t="t" r="r" b="b"/>
              <a:pathLst>
                <a:path w="1171955" h="345578">
                  <a:moveTo>
                    <a:pt x="172789" y="0"/>
                  </a:moveTo>
                  <a:lnTo>
                    <a:pt x="999165" y="0"/>
                  </a:lnTo>
                  <a:cubicBezTo>
                    <a:pt x="1044992" y="0"/>
                    <a:pt x="1088942" y="18205"/>
                    <a:pt x="1121346" y="50609"/>
                  </a:cubicBezTo>
                  <a:cubicBezTo>
                    <a:pt x="1153750" y="83013"/>
                    <a:pt x="1171955" y="126963"/>
                    <a:pt x="1171955" y="172789"/>
                  </a:cubicBezTo>
                  <a:lnTo>
                    <a:pt x="1171955" y="172789"/>
                  </a:lnTo>
                  <a:cubicBezTo>
                    <a:pt x="1171955" y="218616"/>
                    <a:pt x="1153750" y="262565"/>
                    <a:pt x="1121346" y="294969"/>
                  </a:cubicBezTo>
                  <a:cubicBezTo>
                    <a:pt x="1088942" y="327374"/>
                    <a:pt x="1044992" y="345578"/>
                    <a:pt x="999165" y="345578"/>
                  </a:cubicBezTo>
                  <a:lnTo>
                    <a:pt x="172789" y="345578"/>
                  </a:lnTo>
                  <a:cubicBezTo>
                    <a:pt x="126963" y="345578"/>
                    <a:pt x="83013" y="327374"/>
                    <a:pt x="50609" y="294969"/>
                  </a:cubicBezTo>
                  <a:cubicBezTo>
                    <a:pt x="18205" y="262565"/>
                    <a:pt x="0" y="218616"/>
                    <a:pt x="0" y="172789"/>
                  </a:cubicBezTo>
                  <a:lnTo>
                    <a:pt x="0" y="172789"/>
                  </a:lnTo>
                  <a:cubicBezTo>
                    <a:pt x="0" y="126963"/>
                    <a:pt x="18205" y="83013"/>
                    <a:pt x="50609" y="50609"/>
                  </a:cubicBezTo>
                  <a:cubicBezTo>
                    <a:pt x="83013" y="18205"/>
                    <a:pt x="126963" y="0"/>
                    <a:pt x="172789" y="0"/>
                  </a:cubicBezTo>
                  <a:close/>
                </a:path>
              </a:pathLst>
            </a:custGeom>
            <a:solidFill>
              <a:srgbClr val="1D1B1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171954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1"/>
                </a:lnSpc>
                <a:spcBef>
                  <a:spcPct val="0"/>
                </a:spcBef>
              </a:pPr>
              <a:r>
                <a:rPr lang="en-US" sz="282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Domain-Specific Customization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062974" y="7631133"/>
            <a:ext cx="7898023" cy="1216044"/>
            <a:chOff x="0" y="0"/>
            <a:chExt cx="2244478" cy="3455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44478" cy="345578"/>
            </a:xfrm>
            <a:custGeom>
              <a:avLst/>
              <a:gdLst/>
              <a:ahLst/>
              <a:cxnLst/>
              <a:rect l="l" t="t" r="r" b="b"/>
              <a:pathLst>
                <a:path w="2244478" h="345578">
                  <a:moveTo>
                    <a:pt x="98024" y="0"/>
                  </a:moveTo>
                  <a:lnTo>
                    <a:pt x="2146454" y="0"/>
                  </a:lnTo>
                  <a:cubicBezTo>
                    <a:pt x="2172452" y="0"/>
                    <a:pt x="2197384" y="10327"/>
                    <a:pt x="2215767" y="28710"/>
                  </a:cubicBezTo>
                  <a:cubicBezTo>
                    <a:pt x="2234150" y="47093"/>
                    <a:pt x="2244478" y="72026"/>
                    <a:pt x="2244478" y="98024"/>
                  </a:cubicBezTo>
                  <a:lnTo>
                    <a:pt x="2244478" y="247555"/>
                  </a:lnTo>
                  <a:cubicBezTo>
                    <a:pt x="2244478" y="273552"/>
                    <a:pt x="2234150" y="298485"/>
                    <a:pt x="2215767" y="316868"/>
                  </a:cubicBezTo>
                  <a:cubicBezTo>
                    <a:pt x="2197384" y="335251"/>
                    <a:pt x="2172452" y="345578"/>
                    <a:pt x="2146454" y="345578"/>
                  </a:cubicBezTo>
                  <a:lnTo>
                    <a:pt x="98024" y="345578"/>
                  </a:lnTo>
                  <a:cubicBezTo>
                    <a:pt x="43887" y="345578"/>
                    <a:pt x="0" y="301692"/>
                    <a:pt x="0" y="247555"/>
                  </a:cubicBezTo>
                  <a:lnTo>
                    <a:pt x="0" y="98024"/>
                  </a:lnTo>
                  <a:cubicBezTo>
                    <a:pt x="0" y="72026"/>
                    <a:pt x="10327" y="47093"/>
                    <a:pt x="28710" y="28710"/>
                  </a:cubicBezTo>
                  <a:cubicBezTo>
                    <a:pt x="47093" y="10327"/>
                    <a:pt x="72026" y="0"/>
                    <a:pt x="98024" y="0"/>
                  </a:cubicBezTo>
                  <a:close/>
                </a:path>
              </a:pathLst>
            </a:custGeom>
            <a:solidFill>
              <a:srgbClr val="EFCEC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244478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1"/>
                </a:lnSpc>
                <a:spcBef>
                  <a:spcPct val="0"/>
                </a:spcBef>
              </a:pPr>
              <a:r>
                <a:rPr lang="en-US" sz="282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Retrieval-Augmented Generation (RAG)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8810375" y="5143500"/>
            <a:ext cx="667250" cy="698623"/>
          </a:xfrm>
          <a:custGeom>
            <a:avLst/>
            <a:gdLst/>
            <a:ahLst/>
            <a:cxnLst/>
            <a:rect l="l" t="t" r="r" b="b"/>
            <a:pathLst>
              <a:path w="667250" h="698623">
                <a:moveTo>
                  <a:pt x="0" y="0"/>
                </a:moveTo>
                <a:lnTo>
                  <a:pt x="667250" y="0"/>
                </a:lnTo>
                <a:lnTo>
                  <a:pt x="667250" y="698623"/>
                </a:lnTo>
                <a:lnTo>
                  <a:pt x="0" y="698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2057" t="-66841" r="-74127" b="-6828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1196449" y="5767388"/>
            <a:ext cx="3293632" cy="1216044"/>
            <a:chOff x="0" y="0"/>
            <a:chExt cx="935992" cy="34557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35992" cy="345578"/>
            </a:xfrm>
            <a:custGeom>
              <a:avLst/>
              <a:gdLst/>
              <a:ahLst/>
              <a:cxnLst/>
              <a:rect l="l" t="t" r="r" b="b"/>
              <a:pathLst>
                <a:path w="935992" h="345578">
                  <a:moveTo>
                    <a:pt x="172789" y="0"/>
                  </a:moveTo>
                  <a:lnTo>
                    <a:pt x="763202" y="0"/>
                  </a:lnTo>
                  <a:cubicBezTo>
                    <a:pt x="809029" y="0"/>
                    <a:pt x="852979" y="18205"/>
                    <a:pt x="885383" y="50609"/>
                  </a:cubicBezTo>
                  <a:cubicBezTo>
                    <a:pt x="917787" y="83013"/>
                    <a:pt x="935992" y="126963"/>
                    <a:pt x="935992" y="172789"/>
                  </a:cubicBezTo>
                  <a:lnTo>
                    <a:pt x="935992" y="172789"/>
                  </a:lnTo>
                  <a:cubicBezTo>
                    <a:pt x="935992" y="218616"/>
                    <a:pt x="917787" y="262565"/>
                    <a:pt x="885383" y="294969"/>
                  </a:cubicBezTo>
                  <a:cubicBezTo>
                    <a:pt x="852979" y="327374"/>
                    <a:pt x="809029" y="345578"/>
                    <a:pt x="763202" y="345578"/>
                  </a:cubicBezTo>
                  <a:lnTo>
                    <a:pt x="172789" y="345578"/>
                  </a:lnTo>
                  <a:cubicBezTo>
                    <a:pt x="126963" y="345578"/>
                    <a:pt x="83013" y="327374"/>
                    <a:pt x="50609" y="294969"/>
                  </a:cubicBezTo>
                  <a:cubicBezTo>
                    <a:pt x="18205" y="262565"/>
                    <a:pt x="0" y="218616"/>
                    <a:pt x="0" y="172789"/>
                  </a:cubicBezTo>
                  <a:lnTo>
                    <a:pt x="0" y="172789"/>
                  </a:lnTo>
                  <a:cubicBezTo>
                    <a:pt x="0" y="126963"/>
                    <a:pt x="18205" y="83013"/>
                    <a:pt x="50609" y="50609"/>
                  </a:cubicBezTo>
                  <a:cubicBezTo>
                    <a:pt x="83013" y="18205"/>
                    <a:pt x="126963" y="0"/>
                    <a:pt x="172789" y="0"/>
                  </a:cubicBezTo>
                  <a:close/>
                </a:path>
              </a:pathLst>
            </a:custGeom>
            <a:solidFill>
              <a:srgbClr val="1D1B1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935992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1"/>
                </a:lnSpc>
                <a:spcBef>
                  <a:spcPct val="0"/>
                </a:spcBef>
              </a:pPr>
              <a:r>
                <a:rPr lang="en-US" sz="2829">
                  <a:solidFill>
                    <a:srgbClr val="EDEDE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Scalable and Flexible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8506771" y="-2077959"/>
            <a:ext cx="1274459" cy="9716109"/>
            <a:chOff x="0" y="0"/>
            <a:chExt cx="1699278" cy="12954812"/>
          </a:xfrm>
        </p:grpSpPr>
        <p:sp>
          <p:nvSpPr>
            <p:cNvPr id="26" name="AutoShape 26"/>
            <p:cNvSpPr/>
            <p:nvPr/>
          </p:nvSpPr>
          <p:spPr>
            <a:xfrm>
              <a:off x="0" y="0"/>
              <a:ext cx="1699278" cy="12954812"/>
            </a:xfrm>
            <a:prstGeom prst="rect">
              <a:avLst/>
            </a:prstGeom>
            <a:solidFill>
              <a:srgbClr val="EDEDE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668281" y="2603980"/>
            <a:ext cx="6951439" cy="52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4299" b="1" spc="-214">
                <a:solidFill>
                  <a:srgbClr val="1D1B1A"/>
                </a:solidFill>
                <a:latin typeface="DM Sans Bold"/>
                <a:ea typeface="DM Sans Bold"/>
                <a:cs typeface="DM Sans Bold"/>
                <a:sym typeface="DM Sans Bold"/>
              </a:rPr>
              <a:t>Proposed Solution</a:t>
            </a:r>
          </a:p>
        </p:txBody>
      </p:sp>
      <p:sp>
        <p:nvSpPr>
          <p:cNvPr id="28" name="AutoShape 28"/>
          <p:cNvSpPr/>
          <p:nvPr/>
        </p:nvSpPr>
        <p:spPr>
          <a:xfrm>
            <a:off x="3342863" y="9888002"/>
            <a:ext cx="11598937" cy="0"/>
          </a:xfrm>
          <a:prstGeom prst="line">
            <a:avLst/>
          </a:prstGeom>
          <a:ln w="38100" cap="rnd">
            <a:solidFill>
              <a:srgbClr val="1D1B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7553054" y="1085095"/>
            <a:ext cx="2917864" cy="747265"/>
            <a:chOff x="0" y="0"/>
            <a:chExt cx="768491" cy="19681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Out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444108" y="5767388"/>
            <a:ext cx="3571935" cy="1216044"/>
            <a:chOff x="0" y="0"/>
            <a:chExt cx="1015080" cy="34557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15080" cy="345578"/>
            </a:xfrm>
            <a:custGeom>
              <a:avLst/>
              <a:gdLst/>
              <a:ahLst/>
              <a:cxnLst/>
              <a:rect l="l" t="t" r="r" b="b"/>
              <a:pathLst>
                <a:path w="1015080" h="345578">
                  <a:moveTo>
                    <a:pt x="172789" y="0"/>
                  </a:moveTo>
                  <a:lnTo>
                    <a:pt x="842291" y="0"/>
                  </a:lnTo>
                  <a:cubicBezTo>
                    <a:pt x="888118" y="0"/>
                    <a:pt x="932067" y="18205"/>
                    <a:pt x="964472" y="50609"/>
                  </a:cubicBezTo>
                  <a:cubicBezTo>
                    <a:pt x="996876" y="83013"/>
                    <a:pt x="1015080" y="126963"/>
                    <a:pt x="1015080" y="172789"/>
                  </a:cubicBezTo>
                  <a:lnTo>
                    <a:pt x="1015080" y="172789"/>
                  </a:lnTo>
                  <a:cubicBezTo>
                    <a:pt x="1015080" y="218616"/>
                    <a:pt x="996876" y="262565"/>
                    <a:pt x="964472" y="294969"/>
                  </a:cubicBezTo>
                  <a:cubicBezTo>
                    <a:pt x="932067" y="327374"/>
                    <a:pt x="888118" y="345578"/>
                    <a:pt x="842291" y="345578"/>
                  </a:cubicBezTo>
                  <a:lnTo>
                    <a:pt x="172789" y="345578"/>
                  </a:lnTo>
                  <a:cubicBezTo>
                    <a:pt x="126963" y="345578"/>
                    <a:pt x="83013" y="327374"/>
                    <a:pt x="50609" y="294969"/>
                  </a:cubicBezTo>
                  <a:cubicBezTo>
                    <a:pt x="18205" y="262565"/>
                    <a:pt x="0" y="218616"/>
                    <a:pt x="0" y="172789"/>
                  </a:cubicBezTo>
                  <a:lnTo>
                    <a:pt x="0" y="172789"/>
                  </a:lnTo>
                  <a:cubicBezTo>
                    <a:pt x="0" y="126963"/>
                    <a:pt x="18205" y="83013"/>
                    <a:pt x="50609" y="50609"/>
                  </a:cubicBezTo>
                  <a:cubicBezTo>
                    <a:pt x="83013" y="18205"/>
                    <a:pt x="126963" y="0"/>
                    <a:pt x="172789" y="0"/>
                  </a:cubicBezTo>
                  <a:close/>
                </a:path>
              </a:pathLst>
            </a:custGeom>
            <a:solidFill>
              <a:srgbClr val="EFCEC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1015080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1"/>
                </a:lnSpc>
                <a:spcBef>
                  <a:spcPct val="0"/>
                </a:spcBef>
              </a:pPr>
              <a:r>
                <a:rPr lang="en-US" sz="282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Security and Privacy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575951" y="3817919"/>
            <a:ext cx="4534629" cy="1216044"/>
            <a:chOff x="0" y="0"/>
            <a:chExt cx="1288661" cy="34557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88661" cy="345578"/>
            </a:xfrm>
            <a:custGeom>
              <a:avLst/>
              <a:gdLst/>
              <a:ahLst/>
              <a:cxnLst/>
              <a:rect l="l" t="t" r="r" b="b"/>
              <a:pathLst>
                <a:path w="1288661" h="345578">
                  <a:moveTo>
                    <a:pt x="170729" y="0"/>
                  </a:moveTo>
                  <a:lnTo>
                    <a:pt x="1117932" y="0"/>
                  </a:lnTo>
                  <a:cubicBezTo>
                    <a:pt x="1212223" y="0"/>
                    <a:pt x="1288661" y="76438"/>
                    <a:pt x="1288661" y="170729"/>
                  </a:cubicBezTo>
                  <a:lnTo>
                    <a:pt x="1288661" y="174849"/>
                  </a:lnTo>
                  <a:cubicBezTo>
                    <a:pt x="1288661" y="220129"/>
                    <a:pt x="1270673" y="263555"/>
                    <a:pt x="1238656" y="295573"/>
                  </a:cubicBezTo>
                  <a:cubicBezTo>
                    <a:pt x="1206638" y="327591"/>
                    <a:pt x="1163212" y="345578"/>
                    <a:pt x="1117932" y="345578"/>
                  </a:cubicBezTo>
                  <a:lnTo>
                    <a:pt x="170729" y="345578"/>
                  </a:lnTo>
                  <a:cubicBezTo>
                    <a:pt x="76438" y="345578"/>
                    <a:pt x="0" y="269140"/>
                    <a:pt x="0" y="174849"/>
                  </a:cubicBezTo>
                  <a:lnTo>
                    <a:pt x="0" y="170729"/>
                  </a:lnTo>
                  <a:cubicBezTo>
                    <a:pt x="0" y="76438"/>
                    <a:pt x="76438" y="0"/>
                    <a:pt x="170729" y="0"/>
                  </a:cubicBezTo>
                  <a:close/>
                </a:path>
              </a:pathLst>
            </a:custGeom>
            <a:solidFill>
              <a:srgbClr val="D6D3D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288661" cy="393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AI-Powered Knowledge Retrieval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1E02-B1EA-3D35-C929-C4C25063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78B072F-308D-767F-7416-F6D83CD099B4}"/>
              </a:ext>
            </a:extLst>
          </p:cNvPr>
          <p:cNvGrpSpPr/>
          <p:nvPr/>
        </p:nvGrpSpPr>
        <p:grpSpPr>
          <a:xfrm>
            <a:off x="1028700" y="1013792"/>
            <a:ext cx="16227262" cy="889871"/>
            <a:chOff x="0" y="0"/>
            <a:chExt cx="4273847" cy="2343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0FDCCD5-5538-0A54-BE26-AF30C1A36A1E}"/>
                </a:ext>
              </a:extLst>
            </p:cNvPr>
            <p:cNvSpPr/>
            <p:nvPr/>
          </p:nvSpPr>
          <p:spPr>
            <a:xfrm>
              <a:off x="0" y="0"/>
              <a:ext cx="4273847" cy="234369"/>
            </a:xfrm>
            <a:custGeom>
              <a:avLst/>
              <a:gdLst/>
              <a:ahLst/>
              <a:cxnLst/>
              <a:rect l="l" t="t" r="r" b="b"/>
              <a:pathLst>
                <a:path w="4273847" h="234369">
                  <a:moveTo>
                    <a:pt x="47709" y="0"/>
                  </a:moveTo>
                  <a:lnTo>
                    <a:pt x="4226137" y="0"/>
                  </a:lnTo>
                  <a:cubicBezTo>
                    <a:pt x="4252487" y="0"/>
                    <a:pt x="4273847" y="21360"/>
                    <a:pt x="4273847" y="47709"/>
                  </a:cubicBezTo>
                  <a:lnTo>
                    <a:pt x="4273847" y="186660"/>
                  </a:lnTo>
                  <a:cubicBezTo>
                    <a:pt x="4273847" y="213009"/>
                    <a:pt x="4252487" y="234369"/>
                    <a:pt x="4226137" y="234369"/>
                  </a:cubicBezTo>
                  <a:lnTo>
                    <a:pt x="47709" y="234369"/>
                  </a:lnTo>
                  <a:cubicBezTo>
                    <a:pt x="21360" y="234369"/>
                    <a:pt x="0" y="213009"/>
                    <a:pt x="0" y="186660"/>
                  </a:cubicBezTo>
                  <a:lnTo>
                    <a:pt x="0" y="47709"/>
                  </a:lnTo>
                  <a:cubicBezTo>
                    <a:pt x="0" y="21360"/>
                    <a:pt x="21360" y="0"/>
                    <a:pt x="4770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D1B1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BFDAF3-4021-E309-B11D-C529E1ADD4DD}"/>
                </a:ext>
              </a:extLst>
            </p:cNvPr>
            <p:cNvSpPr txBox="1"/>
            <p:nvPr/>
          </p:nvSpPr>
          <p:spPr>
            <a:xfrm>
              <a:off x="0" y="-47625"/>
              <a:ext cx="4273847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ADC7CF0-5387-C2BC-EC26-CC27603883BF}"/>
              </a:ext>
            </a:extLst>
          </p:cNvPr>
          <p:cNvGrpSpPr/>
          <p:nvPr/>
        </p:nvGrpSpPr>
        <p:grpSpPr>
          <a:xfrm>
            <a:off x="1227765" y="1085095"/>
            <a:ext cx="2871742" cy="747265"/>
            <a:chOff x="0" y="0"/>
            <a:chExt cx="756344" cy="19681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ADD3D07-0280-9A8F-AA18-C4175C367815}"/>
                </a:ext>
              </a:extLst>
            </p:cNvPr>
            <p:cNvSpPr/>
            <p:nvPr/>
          </p:nvSpPr>
          <p:spPr>
            <a:xfrm>
              <a:off x="0" y="0"/>
              <a:ext cx="756344" cy="196811"/>
            </a:xfrm>
            <a:custGeom>
              <a:avLst/>
              <a:gdLst/>
              <a:ahLst/>
              <a:cxnLst/>
              <a:rect l="l" t="t" r="r" b="b"/>
              <a:pathLst>
                <a:path w="756344" h="196811">
                  <a:moveTo>
                    <a:pt x="98405" y="0"/>
                  </a:moveTo>
                  <a:lnTo>
                    <a:pt x="657938" y="0"/>
                  </a:lnTo>
                  <a:cubicBezTo>
                    <a:pt x="712286" y="0"/>
                    <a:pt x="756344" y="44058"/>
                    <a:pt x="756344" y="98405"/>
                  </a:cubicBezTo>
                  <a:lnTo>
                    <a:pt x="756344" y="98405"/>
                  </a:lnTo>
                  <a:cubicBezTo>
                    <a:pt x="756344" y="152753"/>
                    <a:pt x="712286" y="196811"/>
                    <a:pt x="657938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6C2249E-846B-01F7-863C-8049020AB1B5}"/>
                </a:ext>
              </a:extLst>
            </p:cNvPr>
            <p:cNvSpPr txBox="1"/>
            <p:nvPr/>
          </p:nvSpPr>
          <p:spPr>
            <a:xfrm>
              <a:off x="0" y="-47625"/>
              <a:ext cx="756344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Home</a:t>
              </a: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F39114C-8F46-F476-6AB9-603DF9FE41F9}"/>
              </a:ext>
            </a:extLst>
          </p:cNvPr>
          <p:cNvSpPr/>
          <p:nvPr/>
        </p:nvSpPr>
        <p:spPr>
          <a:xfrm>
            <a:off x="15546330" y="1244472"/>
            <a:ext cx="428511" cy="428511"/>
          </a:xfrm>
          <a:custGeom>
            <a:avLst/>
            <a:gdLst/>
            <a:ahLst/>
            <a:cxnLst/>
            <a:rect l="l" t="t" r="r" b="b"/>
            <a:pathLst>
              <a:path w="428511" h="428511">
                <a:moveTo>
                  <a:pt x="0" y="0"/>
                </a:moveTo>
                <a:lnTo>
                  <a:pt x="428511" y="0"/>
                </a:lnTo>
                <a:lnTo>
                  <a:pt x="428511" y="428511"/>
                </a:lnTo>
                <a:lnTo>
                  <a:pt x="0" y="42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107BCE5-4549-5F40-7906-6568FA55A599}"/>
              </a:ext>
            </a:extLst>
          </p:cNvPr>
          <p:cNvGrpSpPr/>
          <p:nvPr/>
        </p:nvGrpSpPr>
        <p:grpSpPr>
          <a:xfrm>
            <a:off x="16366091" y="1013792"/>
            <a:ext cx="889871" cy="889871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7EBAA81-5C5A-A397-25A5-AEF8B3F003B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591A289-3095-F6F0-A0F5-0616140F295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76139" tIns="76139" rIns="76139" bIns="76139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6</a:t>
              </a: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B11ED06-E814-0F2D-BEA7-B0449DD2A946}"/>
              </a:ext>
            </a:extLst>
          </p:cNvPr>
          <p:cNvGrpSpPr/>
          <p:nvPr/>
        </p:nvGrpSpPr>
        <p:grpSpPr>
          <a:xfrm>
            <a:off x="4374189" y="1028700"/>
            <a:ext cx="2917864" cy="874963"/>
            <a:chOff x="0" y="0"/>
            <a:chExt cx="768491" cy="23044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4CFBA18-56A1-ACB6-4D65-013A41BE0E4F}"/>
                </a:ext>
              </a:extLst>
            </p:cNvPr>
            <p:cNvSpPr/>
            <p:nvPr/>
          </p:nvSpPr>
          <p:spPr>
            <a:xfrm>
              <a:off x="0" y="0"/>
              <a:ext cx="768491" cy="230443"/>
            </a:xfrm>
            <a:custGeom>
              <a:avLst/>
              <a:gdLst/>
              <a:ahLst/>
              <a:cxnLst/>
              <a:rect l="l" t="t" r="r" b="b"/>
              <a:pathLst>
                <a:path w="768491" h="230443">
                  <a:moveTo>
                    <a:pt x="115221" y="0"/>
                  </a:moveTo>
                  <a:lnTo>
                    <a:pt x="653269" y="0"/>
                  </a:lnTo>
                  <a:cubicBezTo>
                    <a:pt x="716904" y="0"/>
                    <a:pt x="768491" y="51586"/>
                    <a:pt x="768491" y="115221"/>
                  </a:cubicBezTo>
                  <a:lnTo>
                    <a:pt x="768491" y="115221"/>
                  </a:lnTo>
                  <a:cubicBezTo>
                    <a:pt x="768491" y="178856"/>
                    <a:pt x="716904" y="230443"/>
                    <a:pt x="653269" y="230443"/>
                  </a:cubicBezTo>
                  <a:lnTo>
                    <a:pt x="115221" y="230443"/>
                  </a:lnTo>
                  <a:cubicBezTo>
                    <a:pt x="51586" y="230443"/>
                    <a:pt x="0" y="178856"/>
                    <a:pt x="0" y="115221"/>
                  </a:cubicBezTo>
                  <a:lnTo>
                    <a:pt x="0" y="115221"/>
                  </a:lnTo>
                  <a:cubicBezTo>
                    <a:pt x="0" y="51586"/>
                    <a:pt x="51586" y="0"/>
                    <a:pt x="115221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3F57CBF6-1576-5552-E2F1-6B6B74633BFA}"/>
                </a:ext>
              </a:extLst>
            </p:cNvPr>
            <p:cNvSpPr txBox="1"/>
            <p:nvPr/>
          </p:nvSpPr>
          <p:spPr>
            <a:xfrm>
              <a:off x="0" y="-47625"/>
              <a:ext cx="768491" cy="27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Content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26D830F8-F9E4-3F51-2AE4-0ED3C136B88A}"/>
              </a:ext>
            </a:extLst>
          </p:cNvPr>
          <p:cNvGrpSpPr/>
          <p:nvPr/>
        </p:nvGrpSpPr>
        <p:grpSpPr>
          <a:xfrm rot="5400000">
            <a:off x="4411325" y="-820658"/>
            <a:ext cx="1274459" cy="7201508"/>
            <a:chOff x="0" y="0"/>
            <a:chExt cx="1699278" cy="12954812"/>
          </a:xfrm>
        </p:grpSpPr>
        <p:sp>
          <p:nvSpPr>
            <p:cNvPr id="26" name="AutoShape 26">
              <a:extLst>
                <a:ext uri="{FF2B5EF4-FFF2-40B4-BE49-F238E27FC236}">
                  <a16:creationId xmlns:a16="http://schemas.microsoft.com/office/drawing/2014/main" id="{98736F70-9F19-8965-B8B3-19AB08B6FB9F}"/>
                </a:ext>
              </a:extLst>
            </p:cNvPr>
            <p:cNvSpPr/>
            <p:nvPr/>
          </p:nvSpPr>
          <p:spPr>
            <a:xfrm>
              <a:off x="0" y="0"/>
              <a:ext cx="1699278" cy="12954812"/>
            </a:xfrm>
            <a:prstGeom prst="rect">
              <a:avLst/>
            </a:prstGeom>
            <a:solidFill>
              <a:srgbClr val="EDEDE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>
            <a:extLst>
              <a:ext uri="{FF2B5EF4-FFF2-40B4-BE49-F238E27FC236}">
                <a16:creationId xmlns:a16="http://schemas.microsoft.com/office/drawing/2014/main" id="{A3573829-4078-CA05-4190-7C1AED0E6F54}"/>
              </a:ext>
            </a:extLst>
          </p:cNvPr>
          <p:cNvSpPr txBox="1"/>
          <p:nvPr/>
        </p:nvSpPr>
        <p:spPr>
          <a:xfrm>
            <a:off x="2477657" y="2530171"/>
            <a:ext cx="5152355" cy="532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4299" b="1" spc="-214" dirty="0">
                <a:solidFill>
                  <a:srgbClr val="1D1B1A"/>
                </a:solidFill>
                <a:latin typeface="DM Sans Bold"/>
                <a:ea typeface="DM Sans Bold"/>
                <a:cs typeface="DM Sans Bold"/>
                <a:sym typeface="DM Sans Bold"/>
              </a:rPr>
              <a:t>Work Flow</a:t>
            </a: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DA2151A4-C282-1BE1-D1D3-D913F1688675}"/>
              </a:ext>
            </a:extLst>
          </p:cNvPr>
          <p:cNvSpPr/>
          <p:nvPr/>
        </p:nvSpPr>
        <p:spPr>
          <a:xfrm>
            <a:off x="3342863" y="9888002"/>
            <a:ext cx="11598937" cy="0"/>
          </a:xfrm>
          <a:prstGeom prst="line">
            <a:avLst/>
          </a:prstGeom>
          <a:ln w="38100" cap="rnd">
            <a:solidFill>
              <a:srgbClr val="1D1B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E6FCC03-59B3-2DBE-DFD4-86B2287E39B0}"/>
              </a:ext>
            </a:extLst>
          </p:cNvPr>
          <p:cNvGrpSpPr/>
          <p:nvPr/>
        </p:nvGrpSpPr>
        <p:grpSpPr>
          <a:xfrm>
            <a:off x="7553054" y="1085095"/>
            <a:ext cx="2917864" cy="747265"/>
            <a:chOff x="0" y="0"/>
            <a:chExt cx="768491" cy="196811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57AD012A-1F0A-CED0-6C75-94A02E667531}"/>
                </a:ext>
              </a:extLst>
            </p:cNvPr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8C8A8651-B0DE-DE23-8C5D-C4230C9B34B0}"/>
                </a:ext>
              </a:extLst>
            </p:cNvPr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Out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48D8100-5351-454E-909E-F164DB7CA7B9}"/>
              </a:ext>
            </a:extLst>
          </p:cNvPr>
          <p:cNvGrpSpPr/>
          <p:nvPr/>
        </p:nvGrpSpPr>
        <p:grpSpPr>
          <a:xfrm>
            <a:off x="1162354" y="3485407"/>
            <a:ext cx="7772400" cy="6235135"/>
            <a:chOff x="2218256" y="4593418"/>
            <a:chExt cx="7372073" cy="5888675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59AB2B6-0C97-A0E5-0AA7-A1AA9466E17B}"/>
                </a:ext>
              </a:extLst>
            </p:cNvPr>
            <p:cNvSpPr/>
            <p:nvPr/>
          </p:nvSpPr>
          <p:spPr>
            <a:xfrm>
              <a:off x="2218256" y="4593418"/>
              <a:ext cx="7372073" cy="5888675"/>
            </a:xfrm>
            <a:custGeom>
              <a:avLst/>
              <a:gdLst>
                <a:gd name="connsiteX0" fmla="*/ 0 w 7762074"/>
                <a:gd name="connsiteY0" fmla="*/ 0 h 6324600"/>
                <a:gd name="connsiteX1" fmla="*/ 7762075 w 7762074"/>
                <a:gd name="connsiteY1" fmla="*/ 0 h 6324600"/>
                <a:gd name="connsiteX2" fmla="*/ 7762075 w 7762074"/>
                <a:gd name="connsiteY2" fmla="*/ 6324600 h 6324600"/>
                <a:gd name="connsiteX3" fmla="*/ 0 w 7762074"/>
                <a:gd name="connsiteY3" fmla="*/ 6324600 h 632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2074" h="6324600">
                  <a:moveTo>
                    <a:pt x="0" y="0"/>
                  </a:moveTo>
                  <a:lnTo>
                    <a:pt x="7762075" y="0"/>
                  </a:lnTo>
                  <a:lnTo>
                    <a:pt x="7762075" y="6324600"/>
                  </a:lnTo>
                  <a:lnTo>
                    <a:pt x="0" y="632460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38" name="Graphic 9">
              <a:extLst>
                <a:ext uri="{FF2B5EF4-FFF2-40B4-BE49-F238E27FC236}">
                  <a16:creationId xmlns:a16="http://schemas.microsoft.com/office/drawing/2014/main" id="{E8922FCF-7ADF-E20C-AB55-DDDE2B2E01C5}"/>
                </a:ext>
              </a:extLst>
            </p:cNvPr>
            <p:cNvGrpSpPr/>
            <p:nvPr/>
          </p:nvGrpSpPr>
          <p:grpSpPr>
            <a:xfrm>
              <a:off x="2240648" y="4745818"/>
              <a:ext cx="7349681" cy="5633257"/>
              <a:chOff x="2475580" y="4978895"/>
              <a:chExt cx="7215190" cy="5462877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D186DD9-1604-2EBF-4680-F4A737246BD1}"/>
                  </a:ext>
                </a:extLst>
              </p:cNvPr>
              <p:cNvSpPr/>
              <p:nvPr/>
            </p:nvSpPr>
            <p:spPr>
              <a:xfrm>
                <a:off x="6854225" y="9763588"/>
                <a:ext cx="689609" cy="678180"/>
              </a:xfrm>
              <a:custGeom>
                <a:avLst/>
                <a:gdLst>
                  <a:gd name="connsiteX0" fmla="*/ 456726 w 689609"/>
                  <a:gd name="connsiteY0" fmla="*/ 663472 h 678180"/>
                  <a:gd name="connsiteX1" fmla="*/ 591029 w 689609"/>
                  <a:gd name="connsiteY1" fmla="*/ 647280 h 678180"/>
                  <a:gd name="connsiteX2" fmla="*/ 571979 w 689609"/>
                  <a:gd name="connsiteY2" fmla="*/ 457732 h 678180"/>
                  <a:gd name="connsiteX3" fmla="*/ 433866 w 689609"/>
                  <a:gd name="connsiteY3" fmla="*/ 474877 h 678180"/>
                  <a:gd name="connsiteX4" fmla="*/ 571979 w 689609"/>
                  <a:gd name="connsiteY4" fmla="*/ 457732 h 678180"/>
                  <a:gd name="connsiteX5" fmla="*/ 136686 w 689609"/>
                  <a:gd name="connsiteY5" fmla="*/ 492975 h 678180"/>
                  <a:gd name="connsiteX6" fmla="*/ 199551 w 689609"/>
                  <a:gd name="connsiteY6" fmla="*/ 678712 h 678180"/>
                  <a:gd name="connsiteX7" fmla="*/ 591029 w 689609"/>
                  <a:gd name="connsiteY7" fmla="*/ 647280 h 678180"/>
                  <a:gd name="connsiteX8" fmla="*/ 199551 w 689609"/>
                  <a:gd name="connsiteY8" fmla="*/ 678712 h 678180"/>
                  <a:gd name="connsiteX9" fmla="*/ 690089 w 689609"/>
                  <a:gd name="connsiteY9" fmla="*/ 364387 h 678180"/>
                  <a:gd name="connsiteX10" fmla="*/ 611984 w 689609"/>
                  <a:gd name="connsiteY10" fmla="*/ 188175 h 678180"/>
                  <a:gd name="connsiteX11" fmla="*/ 136686 w 689609"/>
                  <a:gd name="connsiteY11" fmla="*/ 492975 h 678180"/>
                  <a:gd name="connsiteX12" fmla="*/ 611984 w 689609"/>
                  <a:gd name="connsiteY12" fmla="*/ 188175 h 678180"/>
                  <a:gd name="connsiteX13" fmla="*/ 479 w 689609"/>
                  <a:gd name="connsiteY13" fmla="*/ 349147 h 678180"/>
                  <a:gd name="connsiteX14" fmla="*/ 70011 w 689609"/>
                  <a:gd name="connsiteY14" fmla="*/ 528217 h 678180"/>
                  <a:gd name="connsiteX15" fmla="*/ 690089 w 689609"/>
                  <a:gd name="connsiteY15" fmla="*/ 364387 h 678180"/>
                  <a:gd name="connsiteX16" fmla="*/ 70011 w 689609"/>
                  <a:gd name="connsiteY16" fmla="*/ 528217 h 678180"/>
                  <a:gd name="connsiteX17" fmla="*/ 603411 w 689609"/>
                  <a:gd name="connsiteY17" fmla="*/ 248182 h 678180"/>
                  <a:gd name="connsiteX18" fmla="*/ 548166 w 689609"/>
                  <a:gd name="connsiteY18" fmla="*/ 61492 h 678180"/>
                  <a:gd name="connsiteX19" fmla="*/ 479 w 689609"/>
                  <a:gd name="connsiteY19" fmla="*/ 349147 h 678180"/>
                  <a:gd name="connsiteX20" fmla="*/ 548166 w 689609"/>
                  <a:gd name="connsiteY20" fmla="*/ 61492 h 678180"/>
                  <a:gd name="connsiteX21" fmla="*/ 118589 w 689609"/>
                  <a:gd name="connsiteY21" fmla="*/ 101497 h 678180"/>
                  <a:gd name="connsiteX22" fmla="*/ 171929 w 689609"/>
                  <a:gd name="connsiteY22" fmla="*/ 288187 h 678180"/>
                  <a:gd name="connsiteX23" fmla="*/ 603411 w 689609"/>
                  <a:gd name="connsiteY23" fmla="*/ 248182 h 678180"/>
                  <a:gd name="connsiteX24" fmla="*/ 171929 w 689609"/>
                  <a:gd name="connsiteY24" fmla="*/ 288187 h 678180"/>
                  <a:gd name="connsiteX25" fmla="*/ 403386 w 689609"/>
                  <a:gd name="connsiteY25" fmla="*/ 171030 h 678180"/>
                  <a:gd name="connsiteX26" fmla="*/ 317661 w 689609"/>
                  <a:gd name="connsiteY26" fmla="*/ 532 h 678180"/>
                  <a:gd name="connsiteX27" fmla="*/ 118589 w 689609"/>
                  <a:gd name="connsiteY27" fmla="*/ 101497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89609" h="678180">
                    <a:moveTo>
                      <a:pt x="456726" y="663472"/>
                    </a:moveTo>
                    <a:lnTo>
                      <a:pt x="591029" y="647280"/>
                    </a:lnTo>
                    <a:lnTo>
                      <a:pt x="571979" y="457732"/>
                    </a:lnTo>
                    <a:lnTo>
                      <a:pt x="433866" y="474877"/>
                    </a:lnTo>
                    <a:close/>
                    <a:moveTo>
                      <a:pt x="571979" y="457732"/>
                    </a:moveTo>
                    <a:lnTo>
                      <a:pt x="136686" y="492975"/>
                    </a:lnTo>
                    <a:lnTo>
                      <a:pt x="199551" y="678712"/>
                    </a:lnTo>
                    <a:lnTo>
                      <a:pt x="591029" y="647280"/>
                    </a:lnTo>
                    <a:close/>
                    <a:moveTo>
                      <a:pt x="199551" y="678712"/>
                    </a:moveTo>
                    <a:lnTo>
                      <a:pt x="690089" y="364387"/>
                    </a:lnTo>
                    <a:lnTo>
                      <a:pt x="611984" y="188175"/>
                    </a:lnTo>
                    <a:lnTo>
                      <a:pt x="136686" y="492975"/>
                    </a:lnTo>
                    <a:close/>
                    <a:moveTo>
                      <a:pt x="611984" y="188175"/>
                    </a:moveTo>
                    <a:lnTo>
                      <a:pt x="479" y="349147"/>
                    </a:lnTo>
                    <a:lnTo>
                      <a:pt x="70011" y="528217"/>
                    </a:lnTo>
                    <a:lnTo>
                      <a:pt x="690089" y="364387"/>
                    </a:lnTo>
                    <a:close/>
                    <a:moveTo>
                      <a:pt x="70011" y="528217"/>
                    </a:moveTo>
                    <a:lnTo>
                      <a:pt x="603411" y="248182"/>
                    </a:lnTo>
                    <a:lnTo>
                      <a:pt x="548166" y="61492"/>
                    </a:lnTo>
                    <a:lnTo>
                      <a:pt x="479" y="349147"/>
                    </a:lnTo>
                    <a:close/>
                    <a:moveTo>
                      <a:pt x="548166" y="61492"/>
                    </a:moveTo>
                    <a:lnTo>
                      <a:pt x="118589" y="101497"/>
                    </a:lnTo>
                    <a:lnTo>
                      <a:pt x="171929" y="288187"/>
                    </a:lnTo>
                    <a:lnTo>
                      <a:pt x="603411" y="248182"/>
                    </a:lnTo>
                    <a:close/>
                    <a:moveTo>
                      <a:pt x="171929" y="288187"/>
                    </a:moveTo>
                    <a:lnTo>
                      <a:pt x="403386" y="171030"/>
                    </a:lnTo>
                    <a:lnTo>
                      <a:pt x="317661" y="532"/>
                    </a:lnTo>
                    <a:lnTo>
                      <a:pt x="118589" y="101497"/>
                    </a:lnTo>
                    <a:close/>
                  </a:path>
                </a:pathLst>
              </a:custGeom>
              <a:solidFill>
                <a:srgbClr val="815D3B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DB45B209-F916-3CA6-B67B-5E4C852CB4DD}"/>
                  </a:ext>
                </a:extLst>
              </p:cNvPr>
              <p:cNvSpPr/>
              <p:nvPr/>
            </p:nvSpPr>
            <p:spPr>
              <a:xfrm>
                <a:off x="2672748" y="8563441"/>
                <a:ext cx="3937632" cy="1666872"/>
              </a:xfrm>
              <a:custGeom>
                <a:avLst/>
                <a:gdLst>
                  <a:gd name="connsiteX0" fmla="*/ 94335 w 3937632"/>
                  <a:gd name="connsiteY0" fmla="*/ 87088 h 1666872"/>
                  <a:gd name="connsiteX1" fmla="*/ 37 w 3937632"/>
                  <a:gd name="connsiteY1" fmla="*/ 101375 h 1666872"/>
                  <a:gd name="connsiteX2" fmla="*/ 55282 w 3937632"/>
                  <a:gd name="connsiteY2" fmla="*/ 286160 h 1666872"/>
                  <a:gd name="connsiteX3" fmla="*/ 123862 w 3937632"/>
                  <a:gd name="connsiteY3" fmla="*/ 274730 h 1666872"/>
                  <a:gd name="connsiteX4" fmla="*/ 55282 w 3937632"/>
                  <a:gd name="connsiteY4" fmla="*/ 286160 h 1666872"/>
                  <a:gd name="connsiteX5" fmla="*/ 397230 w 3937632"/>
                  <a:gd name="connsiteY5" fmla="*/ 128998 h 1666872"/>
                  <a:gd name="connsiteX6" fmla="*/ 221017 w 3937632"/>
                  <a:gd name="connsiteY6" fmla="*/ 410 h 1666872"/>
                  <a:gd name="connsiteX7" fmla="*/ 37 w 3937632"/>
                  <a:gd name="connsiteY7" fmla="*/ 101375 h 1666872"/>
                  <a:gd name="connsiteX8" fmla="*/ 221017 w 3937632"/>
                  <a:gd name="connsiteY8" fmla="*/ 410 h 1666872"/>
                  <a:gd name="connsiteX9" fmla="*/ 167677 w 3937632"/>
                  <a:gd name="connsiteY9" fmla="*/ 423320 h 1666872"/>
                  <a:gd name="connsiteX10" fmla="*/ 346747 w 3937632"/>
                  <a:gd name="connsiteY10" fmla="*/ 529048 h 1666872"/>
                  <a:gd name="connsiteX11" fmla="*/ 397230 w 3937632"/>
                  <a:gd name="connsiteY11" fmla="*/ 128998 h 1666872"/>
                  <a:gd name="connsiteX12" fmla="*/ 346747 w 3937632"/>
                  <a:gd name="connsiteY12" fmla="*/ 529048 h 1666872"/>
                  <a:gd name="connsiteX13" fmla="*/ 522007 w 3937632"/>
                  <a:gd name="connsiteY13" fmla="*/ 402365 h 1666872"/>
                  <a:gd name="connsiteX14" fmla="*/ 331507 w 3937632"/>
                  <a:gd name="connsiteY14" fmla="*/ 305210 h 1666872"/>
                  <a:gd name="connsiteX15" fmla="*/ 167677 w 3937632"/>
                  <a:gd name="connsiteY15" fmla="*/ 423320 h 1666872"/>
                  <a:gd name="connsiteX16" fmla="*/ 331507 w 3937632"/>
                  <a:gd name="connsiteY16" fmla="*/ 305210 h 1666872"/>
                  <a:gd name="connsiteX17" fmla="*/ 329602 w 3937632"/>
                  <a:gd name="connsiteY17" fmla="*/ 717643 h 1666872"/>
                  <a:gd name="connsiteX18" fmla="*/ 519150 w 3937632"/>
                  <a:gd name="connsiteY18" fmla="*/ 809083 h 1666872"/>
                  <a:gd name="connsiteX19" fmla="*/ 522007 w 3937632"/>
                  <a:gd name="connsiteY19" fmla="*/ 402365 h 1666872"/>
                  <a:gd name="connsiteX20" fmla="*/ 519150 w 3937632"/>
                  <a:gd name="connsiteY20" fmla="*/ 809083 h 1666872"/>
                  <a:gd name="connsiteX21" fmla="*/ 746797 w 3937632"/>
                  <a:gd name="connsiteY21" fmla="*/ 626203 h 1666872"/>
                  <a:gd name="connsiteX22" fmla="*/ 572490 w 3937632"/>
                  <a:gd name="connsiteY22" fmla="*/ 522380 h 1666872"/>
                  <a:gd name="connsiteX23" fmla="*/ 329602 w 3937632"/>
                  <a:gd name="connsiteY23" fmla="*/ 717643 h 1666872"/>
                  <a:gd name="connsiteX24" fmla="*/ 572490 w 3937632"/>
                  <a:gd name="connsiteY24" fmla="*/ 522380 h 1666872"/>
                  <a:gd name="connsiteX25" fmla="*/ 510577 w 3937632"/>
                  <a:gd name="connsiteY25" fmla="*/ 861470 h 1666872"/>
                  <a:gd name="connsiteX26" fmla="*/ 681075 w 3937632"/>
                  <a:gd name="connsiteY26" fmla="*/ 989102 h 1666872"/>
                  <a:gd name="connsiteX27" fmla="*/ 746797 w 3937632"/>
                  <a:gd name="connsiteY27" fmla="*/ 626203 h 1666872"/>
                  <a:gd name="connsiteX28" fmla="*/ 681075 w 3937632"/>
                  <a:gd name="connsiteY28" fmla="*/ 989102 h 1666872"/>
                  <a:gd name="connsiteX29" fmla="*/ 926817 w 3937632"/>
                  <a:gd name="connsiteY29" fmla="*/ 866233 h 1666872"/>
                  <a:gd name="connsiteX30" fmla="*/ 764895 w 3937632"/>
                  <a:gd name="connsiteY30" fmla="*/ 733835 h 1666872"/>
                  <a:gd name="connsiteX31" fmla="*/ 510577 w 3937632"/>
                  <a:gd name="connsiteY31" fmla="*/ 861470 h 1666872"/>
                  <a:gd name="connsiteX32" fmla="*/ 764895 w 3937632"/>
                  <a:gd name="connsiteY32" fmla="*/ 733835 h 1666872"/>
                  <a:gd name="connsiteX33" fmla="*/ 676312 w 3937632"/>
                  <a:gd name="connsiteY33" fmla="*/ 1060540 h 1666872"/>
                  <a:gd name="connsiteX34" fmla="*/ 843952 w 3937632"/>
                  <a:gd name="connsiteY34" fmla="*/ 1171982 h 1666872"/>
                  <a:gd name="connsiteX35" fmla="*/ 926817 w 3937632"/>
                  <a:gd name="connsiteY35" fmla="*/ 866233 h 1666872"/>
                  <a:gd name="connsiteX36" fmla="*/ 843952 w 3937632"/>
                  <a:gd name="connsiteY36" fmla="*/ 1171982 h 1666872"/>
                  <a:gd name="connsiteX37" fmla="*/ 1134462 w 3937632"/>
                  <a:gd name="connsiteY37" fmla="*/ 947192 h 1666872"/>
                  <a:gd name="connsiteX38" fmla="*/ 955392 w 3937632"/>
                  <a:gd name="connsiteY38" fmla="*/ 845278 h 1666872"/>
                  <a:gd name="connsiteX39" fmla="*/ 676312 w 3937632"/>
                  <a:gd name="connsiteY39" fmla="*/ 1060540 h 1666872"/>
                  <a:gd name="connsiteX40" fmla="*/ 955392 w 3937632"/>
                  <a:gd name="connsiteY40" fmla="*/ 845278 h 1666872"/>
                  <a:gd name="connsiteX41" fmla="*/ 922054 w 3937632"/>
                  <a:gd name="connsiteY41" fmla="*/ 1121500 h 1666872"/>
                  <a:gd name="connsiteX42" fmla="*/ 1101124 w 3937632"/>
                  <a:gd name="connsiteY42" fmla="*/ 1224370 h 1666872"/>
                  <a:gd name="connsiteX43" fmla="*/ 1134462 w 3937632"/>
                  <a:gd name="connsiteY43" fmla="*/ 947192 h 1666872"/>
                  <a:gd name="connsiteX44" fmla="*/ 1101124 w 3937632"/>
                  <a:gd name="connsiteY44" fmla="*/ 1224370 h 1666872"/>
                  <a:gd name="connsiteX45" fmla="*/ 1349727 w 3937632"/>
                  <a:gd name="connsiteY45" fmla="*/ 1035775 h 1666872"/>
                  <a:gd name="connsiteX46" fmla="*/ 1172562 w 3937632"/>
                  <a:gd name="connsiteY46" fmla="*/ 931000 h 1666872"/>
                  <a:gd name="connsiteX47" fmla="*/ 922054 w 3937632"/>
                  <a:gd name="connsiteY47" fmla="*/ 1121500 h 1666872"/>
                  <a:gd name="connsiteX48" fmla="*/ 1172562 w 3937632"/>
                  <a:gd name="connsiteY48" fmla="*/ 931000 h 1666872"/>
                  <a:gd name="connsiteX49" fmla="*/ 1124937 w 3937632"/>
                  <a:gd name="connsiteY49" fmla="*/ 1246278 h 1666872"/>
                  <a:gd name="connsiteX50" fmla="*/ 1305912 w 3937632"/>
                  <a:gd name="connsiteY50" fmla="*/ 1324382 h 1666872"/>
                  <a:gd name="connsiteX51" fmla="*/ 1349727 w 3937632"/>
                  <a:gd name="connsiteY51" fmla="*/ 1035775 h 1666872"/>
                  <a:gd name="connsiteX52" fmla="*/ 1305912 w 3937632"/>
                  <a:gd name="connsiteY52" fmla="*/ 1324382 h 1666872"/>
                  <a:gd name="connsiteX53" fmla="*/ 1499269 w 3937632"/>
                  <a:gd name="connsiteY53" fmla="*/ 1076732 h 1666872"/>
                  <a:gd name="connsiteX54" fmla="*/ 1315437 w 3937632"/>
                  <a:gd name="connsiteY54" fmla="*/ 1002437 h 1666872"/>
                  <a:gd name="connsiteX55" fmla="*/ 1124937 w 3937632"/>
                  <a:gd name="connsiteY55" fmla="*/ 1246278 h 1666872"/>
                  <a:gd name="connsiteX56" fmla="*/ 1315437 w 3937632"/>
                  <a:gd name="connsiteY56" fmla="*/ 1002437 h 1666872"/>
                  <a:gd name="connsiteX57" fmla="*/ 1277337 w 3937632"/>
                  <a:gd name="connsiteY57" fmla="*/ 1369150 h 1666872"/>
                  <a:gd name="connsiteX58" fmla="*/ 1461169 w 3937632"/>
                  <a:gd name="connsiteY58" fmla="*/ 1440587 h 1666872"/>
                  <a:gd name="connsiteX59" fmla="*/ 1499269 w 3937632"/>
                  <a:gd name="connsiteY59" fmla="*/ 1076732 h 1666872"/>
                  <a:gd name="connsiteX60" fmla="*/ 1461169 w 3937632"/>
                  <a:gd name="connsiteY60" fmla="*/ 1440587 h 1666872"/>
                  <a:gd name="connsiteX61" fmla="*/ 1664052 w 3937632"/>
                  <a:gd name="connsiteY61" fmla="*/ 1165315 h 1666872"/>
                  <a:gd name="connsiteX62" fmla="*/ 1478314 w 3937632"/>
                  <a:gd name="connsiteY62" fmla="*/ 1095782 h 1666872"/>
                  <a:gd name="connsiteX63" fmla="*/ 1277337 w 3937632"/>
                  <a:gd name="connsiteY63" fmla="*/ 1369150 h 1666872"/>
                  <a:gd name="connsiteX64" fmla="*/ 1478314 w 3937632"/>
                  <a:gd name="connsiteY64" fmla="*/ 1095782 h 1666872"/>
                  <a:gd name="connsiteX65" fmla="*/ 1452597 w 3937632"/>
                  <a:gd name="connsiteY65" fmla="*/ 1414870 h 1666872"/>
                  <a:gd name="connsiteX66" fmla="*/ 1638334 w 3937632"/>
                  <a:gd name="connsiteY66" fmla="*/ 1486307 h 1666872"/>
                  <a:gd name="connsiteX67" fmla="*/ 1664052 w 3937632"/>
                  <a:gd name="connsiteY67" fmla="*/ 1165315 h 1666872"/>
                  <a:gd name="connsiteX68" fmla="*/ 1638334 w 3937632"/>
                  <a:gd name="connsiteY68" fmla="*/ 1486307 h 1666872"/>
                  <a:gd name="connsiteX69" fmla="*/ 1963137 w 3937632"/>
                  <a:gd name="connsiteY69" fmla="*/ 1062445 h 1666872"/>
                  <a:gd name="connsiteX70" fmla="*/ 1782162 w 3937632"/>
                  <a:gd name="connsiteY70" fmla="*/ 985292 h 1666872"/>
                  <a:gd name="connsiteX71" fmla="*/ 1452597 w 3937632"/>
                  <a:gd name="connsiteY71" fmla="*/ 1414870 h 1666872"/>
                  <a:gd name="connsiteX72" fmla="*/ 1782162 w 3937632"/>
                  <a:gd name="connsiteY72" fmla="*/ 985292 h 1666872"/>
                  <a:gd name="connsiteX73" fmla="*/ 1690722 w 3937632"/>
                  <a:gd name="connsiteY73" fmla="*/ 1612037 h 1666872"/>
                  <a:gd name="connsiteX74" fmla="*/ 1875507 w 3937632"/>
                  <a:gd name="connsiteY74" fmla="*/ 1667282 h 1666872"/>
                  <a:gd name="connsiteX75" fmla="*/ 1963137 w 3937632"/>
                  <a:gd name="connsiteY75" fmla="*/ 1062445 h 1666872"/>
                  <a:gd name="connsiteX76" fmla="*/ 1875507 w 3937632"/>
                  <a:gd name="connsiteY76" fmla="*/ 1667282 h 1666872"/>
                  <a:gd name="connsiteX77" fmla="*/ 2151732 w 3937632"/>
                  <a:gd name="connsiteY77" fmla="*/ 1077685 h 1666872"/>
                  <a:gd name="connsiteX78" fmla="*/ 1971709 w 3937632"/>
                  <a:gd name="connsiteY78" fmla="*/ 1011962 h 1666872"/>
                  <a:gd name="connsiteX79" fmla="*/ 1690722 w 3937632"/>
                  <a:gd name="connsiteY79" fmla="*/ 1612037 h 1666872"/>
                  <a:gd name="connsiteX80" fmla="*/ 1971709 w 3937632"/>
                  <a:gd name="connsiteY80" fmla="*/ 1011962 h 1666872"/>
                  <a:gd name="connsiteX81" fmla="*/ 1834550 w 3937632"/>
                  <a:gd name="connsiteY81" fmla="*/ 1535837 h 1666872"/>
                  <a:gd name="connsiteX82" fmla="*/ 2009809 w 3937632"/>
                  <a:gd name="connsiteY82" fmla="*/ 1620610 h 1666872"/>
                  <a:gd name="connsiteX83" fmla="*/ 2151732 w 3937632"/>
                  <a:gd name="connsiteY83" fmla="*/ 1077685 h 1666872"/>
                  <a:gd name="connsiteX84" fmla="*/ 2009809 w 3937632"/>
                  <a:gd name="connsiteY84" fmla="*/ 1620610 h 1666872"/>
                  <a:gd name="connsiteX85" fmla="*/ 2358425 w 3937632"/>
                  <a:gd name="connsiteY85" fmla="*/ 1157695 h 1666872"/>
                  <a:gd name="connsiteX86" fmla="*/ 2174592 w 3937632"/>
                  <a:gd name="connsiteY86" fmla="*/ 1086257 h 1666872"/>
                  <a:gd name="connsiteX87" fmla="*/ 1834550 w 3937632"/>
                  <a:gd name="connsiteY87" fmla="*/ 1535837 h 1666872"/>
                  <a:gd name="connsiteX88" fmla="*/ 2174592 w 3937632"/>
                  <a:gd name="connsiteY88" fmla="*/ 1086257 h 1666872"/>
                  <a:gd name="connsiteX89" fmla="*/ 2141255 w 3937632"/>
                  <a:gd name="connsiteY89" fmla="*/ 1429157 h 1666872"/>
                  <a:gd name="connsiteX90" fmla="*/ 2326040 w 3937632"/>
                  <a:gd name="connsiteY90" fmla="*/ 1490117 h 1666872"/>
                  <a:gd name="connsiteX91" fmla="*/ 2358425 w 3937632"/>
                  <a:gd name="connsiteY91" fmla="*/ 1157695 h 1666872"/>
                  <a:gd name="connsiteX92" fmla="*/ 2326040 w 3937632"/>
                  <a:gd name="connsiteY92" fmla="*/ 1490117 h 1666872"/>
                  <a:gd name="connsiteX93" fmla="*/ 2519397 w 3937632"/>
                  <a:gd name="connsiteY93" fmla="*/ 1162457 h 1666872"/>
                  <a:gd name="connsiteX94" fmla="*/ 2328897 w 3937632"/>
                  <a:gd name="connsiteY94" fmla="*/ 1111022 h 1666872"/>
                  <a:gd name="connsiteX95" fmla="*/ 2141255 w 3937632"/>
                  <a:gd name="connsiteY95" fmla="*/ 1429157 h 1666872"/>
                  <a:gd name="connsiteX96" fmla="*/ 2328897 w 3937632"/>
                  <a:gd name="connsiteY96" fmla="*/ 1111022 h 1666872"/>
                  <a:gd name="connsiteX97" fmla="*/ 2332707 w 3937632"/>
                  <a:gd name="connsiteY97" fmla="*/ 1425348 h 1666872"/>
                  <a:gd name="connsiteX98" fmla="*/ 2524160 w 3937632"/>
                  <a:gd name="connsiteY98" fmla="*/ 1482498 h 1666872"/>
                  <a:gd name="connsiteX99" fmla="*/ 2519397 w 3937632"/>
                  <a:gd name="connsiteY99" fmla="*/ 1162457 h 1666872"/>
                  <a:gd name="connsiteX100" fmla="*/ 2524160 w 3937632"/>
                  <a:gd name="connsiteY100" fmla="*/ 1482498 h 1666872"/>
                  <a:gd name="connsiteX101" fmla="*/ 2773715 w 3937632"/>
                  <a:gd name="connsiteY101" fmla="*/ 1105307 h 1666872"/>
                  <a:gd name="connsiteX102" fmla="*/ 2590835 w 3937632"/>
                  <a:gd name="connsiteY102" fmla="*/ 1037680 h 1666872"/>
                  <a:gd name="connsiteX103" fmla="*/ 2332707 w 3937632"/>
                  <a:gd name="connsiteY103" fmla="*/ 1425348 h 1666872"/>
                  <a:gd name="connsiteX104" fmla="*/ 2590835 w 3937632"/>
                  <a:gd name="connsiteY104" fmla="*/ 1037680 h 1666872"/>
                  <a:gd name="connsiteX105" fmla="*/ 2553687 w 3937632"/>
                  <a:gd name="connsiteY105" fmla="*/ 1339623 h 1666872"/>
                  <a:gd name="connsiteX106" fmla="*/ 2737519 w 3937632"/>
                  <a:gd name="connsiteY106" fmla="*/ 1410107 h 1666872"/>
                  <a:gd name="connsiteX107" fmla="*/ 2773715 w 3937632"/>
                  <a:gd name="connsiteY107" fmla="*/ 1105307 h 1666872"/>
                  <a:gd name="connsiteX108" fmla="*/ 2737519 w 3937632"/>
                  <a:gd name="connsiteY108" fmla="*/ 1410107 h 1666872"/>
                  <a:gd name="connsiteX109" fmla="*/ 3011840 w 3937632"/>
                  <a:gd name="connsiteY109" fmla="*/ 1024345 h 1666872"/>
                  <a:gd name="connsiteX110" fmla="*/ 2821340 w 3937632"/>
                  <a:gd name="connsiteY110" fmla="*/ 962432 h 1666872"/>
                  <a:gd name="connsiteX111" fmla="*/ 2553687 w 3937632"/>
                  <a:gd name="connsiteY111" fmla="*/ 1339623 h 1666872"/>
                  <a:gd name="connsiteX112" fmla="*/ 2821340 w 3937632"/>
                  <a:gd name="connsiteY112" fmla="*/ 962432 h 1666872"/>
                  <a:gd name="connsiteX113" fmla="*/ 2819435 w 3937632"/>
                  <a:gd name="connsiteY113" fmla="*/ 1306285 h 1666872"/>
                  <a:gd name="connsiteX114" fmla="*/ 3009935 w 3937632"/>
                  <a:gd name="connsiteY114" fmla="*/ 1353910 h 1666872"/>
                  <a:gd name="connsiteX115" fmla="*/ 3011840 w 3937632"/>
                  <a:gd name="connsiteY115" fmla="*/ 1024345 h 1666872"/>
                  <a:gd name="connsiteX116" fmla="*/ 3009935 w 3937632"/>
                  <a:gd name="connsiteY116" fmla="*/ 1353910 h 1666872"/>
                  <a:gd name="connsiteX117" fmla="*/ 3280444 w 3937632"/>
                  <a:gd name="connsiteY117" fmla="*/ 833848 h 1666872"/>
                  <a:gd name="connsiteX118" fmla="*/ 3099469 w 3937632"/>
                  <a:gd name="connsiteY118" fmla="*/ 770030 h 1666872"/>
                  <a:gd name="connsiteX119" fmla="*/ 2819435 w 3937632"/>
                  <a:gd name="connsiteY119" fmla="*/ 1306285 h 1666872"/>
                  <a:gd name="connsiteX120" fmla="*/ 3099469 w 3937632"/>
                  <a:gd name="connsiteY120" fmla="*/ 770030 h 1666872"/>
                  <a:gd name="connsiteX121" fmla="*/ 3016602 w 3937632"/>
                  <a:gd name="connsiteY121" fmla="*/ 1177698 h 1666872"/>
                  <a:gd name="connsiteX122" fmla="*/ 3197577 w 3937632"/>
                  <a:gd name="connsiteY122" fmla="*/ 1242467 h 1666872"/>
                  <a:gd name="connsiteX123" fmla="*/ 3280444 w 3937632"/>
                  <a:gd name="connsiteY123" fmla="*/ 833848 h 1666872"/>
                  <a:gd name="connsiteX124" fmla="*/ 3197577 w 3937632"/>
                  <a:gd name="connsiteY124" fmla="*/ 1242467 h 1666872"/>
                  <a:gd name="connsiteX125" fmla="*/ 3491900 w 3937632"/>
                  <a:gd name="connsiteY125" fmla="*/ 689068 h 1666872"/>
                  <a:gd name="connsiteX126" fmla="*/ 3309019 w 3937632"/>
                  <a:gd name="connsiteY126" fmla="*/ 626203 h 1666872"/>
                  <a:gd name="connsiteX127" fmla="*/ 3016602 w 3937632"/>
                  <a:gd name="connsiteY127" fmla="*/ 1177698 h 1666872"/>
                  <a:gd name="connsiteX128" fmla="*/ 3309019 w 3937632"/>
                  <a:gd name="connsiteY128" fmla="*/ 626203 h 1666872"/>
                  <a:gd name="connsiteX129" fmla="*/ 3239487 w 3937632"/>
                  <a:gd name="connsiteY129" fmla="*/ 1029107 h 1666872"/>
                  <a:gd name="connsiteX130" fmla="*/ 3424272 w 3937632"/>
                  <a:gd name="connsiteY130" fmla="*/ 1078637 h 1666872"/>
                  <a:gd name="connsiteX131" fmla="*/ 3491900 w 3937632"/>
                  <a:gd name="connsiteY131" fmla="*/ 689068 h 1666872"/>
                  <a:gd name="connsiteX132" fmla="*/ 3424272 w 3937632"/>
                  <a:gd name="connsiteY132" fmla="*/ 1078637 h 1666872"/>
                  <a:gd name="connsiteX133" fmla="*/ 3703354 w 3937632"/>
                  <a:gd name="connsiteY133" fmla="*/ 337595 h 1666872"/>
                  <a:gd name="connsiteX134" fmla="*/ 3513807 w 3937632"/>
                  <a:gd name="connsiteY134" fmla="*/ 300448 h 1666872"/>
                  <a:gd name="connsiteX135" fmla="*/ 3239487 w 3937632"/>
                  <a:gd name="connsiteY135" fmla="*/ 1029107 h 1666872"/>
                  <a:gd name="connsiteX136" fmla="*/ 3513807 w 3937632"/>
                  <a:gd name="connsiteY136" fmla="*/ 300448 h 1666872"/>
                  <a:gd name="connsiteX137" fmla="*/ 3497615 w 3937632"/>
                  <a:gd name="connsiteY137" fmla="*/ 885283 h 1666872"/>
                  <a:gd name="connsiteX138" fmla="*/ 3687162 w 3937632"/>
                  <a:gd name="connsiteY138" fmla="*/ 921475 h 1666872"/>
                  <a:gd name="connsiteX139" fmla="*/ 3703354 w 3937632"/>
                  <a:gd name="connsiteY139" fmla="*/ 337595 h 1666872"/>
                  <a:gd name="connsiteX140" fmla="*/ 3687162 w 3937632"/>
                  <a:gd name="connsiteY140" fmla="*/ 921475 h 1666872"/>
                  <a:gd name="connsiteX141" fmla="*/ 3937669 w 3937632"/>
                  <a:gd name="connsiteY141" fmla="*/ 243298 h 1666872"/>
                  <a:gd name="connsiteX142" fmla="*/ 3750979 w 3937632"/>
                  <a:gd name="connsiteY142" fmla="*/ 198530 h 1666872"/>
                  <a:gd name="connsiteX143" fmla="*/ 3497615 w 3937632"/>
                  <a:gd name="connsiteY143" fmla="*/ 885283 h 1666872"/>
                  <a:gd name="connsiteX144" fmla="*/ 3750979 w 3937632"/>
                  <a:gd name="connsiteY144" fmla="*/ 198530 h 1666872"/>
                  <a:gd name="connsiteX145" fmla="*/ 3690972 w 3937632"/>
                  <a:gd name="connsiteY145" fmla="*/ 735740 h 1666872"/>
                  <a:gd name="connsiteX146" fmla="*/ 3880519 w 3937632"/>
                  <a:gd name="connsiteY146" fmla="*/ 756695 h 1666872"/>
                  <a:gd name="connsiteX147" fmla="*/ 3937669 w 3937632"/>
                  <a:gd name="connsiteY147" fmla="*/ 243298 h 1666872"/>
                  <a:gd name="connsiteX148" fmla="*/ 3378552 w 3937632"/>
                  <a:gd name="connsiteY148" fmla="*/ 379505 h 1666872"/>
                  <a:gd name="connsiteX149" fmla="*/ 3310925 w 3937632"/>
                  <a:gd name="connsiteY149" fmla="*/ 465230 h 1666872"/>
                  <a:gd name="connsiteX150" fmla="*/ 3460467 w 3937632"/>
                  <a:gd name="connsiteY150" fmla="*/ 583340 h 1666872"/>
                  <a:gd name="connsiteX151" fmla="*/ 3528094 w 3937632"/>
                  <a:gd name="connsiteY151" fmla="*/ 497615 h 1666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3937632" h="1666872">
                    <a:moveTo>
                      <a:pt x="94335" y="87088"/>
                    </a:moveTo>
                    <a:lnTo>
                      <a:pt x="37" y="101375"/>
                    </a:lnTo>
                    <a:lnTo>
                      <a:pt x="55282" y="286160"/>
                    </a:lnTo>
                    <a:lnTo>
                      <a:pt x="123862" y="274730"/>
                    </a:lnTo>
                    <a:close/>
                    <a:moveTo>
                      <a:pt x="55282" y="286160"/>
                    </a:moveTo>
                    <a:lnTo>
                      <a:pt x="397230" y="128998"/>
                    </a:lnTo>
                    <a:lnTo>
                      <a:pt x="221017" y="410"/>
                    </a:lnTo>
                    <a:lnTo>
                      <a:pt x="37" y="101375"/>
                    </a:lnTo>
                    <a:close/>
                    <a:moveTo>
                      <a:pt x="221017" y="410"/>
                    </a:moveTo>
                    <a:lnTo>
                      <a:pt x="167677" y="423320"/>
                    </a:lnTo>
                    <a:lnTo>
                      <a:pt x="346747" y="529048"/>
                    </a:lnTo>
                    <a:lnTo>
                      <a:pt x="397230" y="128998"/>
                    </a:lnTo>
                    <a:close/>
                    <a:moveTo>
                      <a:pt x="346747" y="529048"/>
                    </a:moveTo>
                    <a:lnTo>
                      <a:pt x="522007" y="402365"/>
                    </a:lnTo>
                    <a:lnTo>
                      <a:pt x="331507" y="305210"/>
                    </a:lnTo>
                    <a:lnTo>
                      <a:pt x="167677" y="423320"/>
                    </a:lnTo>
                    <a:close/>
                    <a:moveTo>
                      <a:pt x="331507" y="305210"/>
                    </a:moveTo>
                    <a:lnTo>
                      <a:pt x="329602" y="717643"/>
                    </a:lnTo>
                    <a:lnTo>
                      <a:pt x="519150" y="809083"/>
                    </a:lnTo>
                    <a:lnTo>
                      <a:pt x="522007" y="402365"/>
                    </a:lnTo>
                    <a:close/>
                    <a:moveTo>
                      <a:pt x="519150" y="809083"/>
                    </a:moveTo>
                    <a:lnTo>
                      <a:pt x="746797" y="626203"/>
                    </a:lnTo>
                    <a:lnTo>
                      <a:pt x="572490" y="522380"/>
                    </a:lnTo>
                    <a:lnTo>
                      <a:pt x="329602" y="717643"/>
                    </a:lnTo>
                    <a:close/>
                    <a:moveTo>
                      <a:pt x="572490" y="522380"/>
                    </a:moveTo>
                    <a:lnTo>
                      <a:pt x="510577" y="861470"/>
                    </a:lnTo>
                    <a:lnTo>
                      <a:pt x="681075" y="989102"/>
                    </a:lnTo>
                    <a:lnTo>
                      <a:pt x="746797" y="626203"/>
                    </a:lnTo>
                    <a:close/>
                    <a:moveTo>
                      <a:pt x="681075" y="989102"/>
                    </a:moveTo>
                    <a:lnTo>
                      <a:pt x="926817" y="866233"/>
                    </a:lnTo>
                    <a:lnTo>
                      <a:pt x="764895" y="733835"/>
                    </a:lnTo>
                    <a:lnTo>
                      <a:pt x="510577" y="861470"/>
                    </a:lnTo>
                    <a:close/>
                    <a:moveTo>
                      <a:pt x="764895" y="733835"/>
                    </a:moveTo>
                    <a:lnTo>
                      <a:pt x="676312" y="1060540"/>
                    </a:lnTo>
                    <a:lnTo>
                      <a:pt x="843952" y="1171982"/>
                    </a:lnTo>
                    <a:lnTo>
                      <a:pt x="926817" y="866233"/>
                    </a:lnTo>
                    <a:close/>
                    <a:moveTo>
                      <a:pt x="843952" y="1171982"/>
                    </a:moveTo>
                    <a:lnTo>
                      <a:pt x="1134462" y="947192"/>
                    </a:lnTo>
                    <a:lnTo>
                      <a:pt x="955392" y="845278"/>
                    </a:lnTo>
                    <a:lnTo>
                      <a:pt x="676312" y="1060540"/>
                    </a:lnTo>
                    <a:close/>
                    <a:moveTo>
                      <a:pt x="955392" y="845278"/>
                    </a:moveTo>
                    <a:lnTo>
                      <a:pt x="922054" y="1121500"/>
                    </a:lnTo>
                    <a:lnTo>
                      <a:pt x="1101124" y="1224370"/>
                    </a:lnTo>
                    <a:lnTo>
                      <a:pt x="1134462" y="947192"/>
                    </a:lnTo>
                    <a:close/>
                    <a:moveTo>
                      <a:pt x="1101124" y="1224370"/>
                    </a:moveTo>
                    <a:lnTo>
                      <a:pt x="1349727" y="1035775"/>
                    </a:lnTo>
                    <a:lnTo>
                      <a:pt x="1172562" y="931000"/>
                    </a:lnTo>
                    <a:lnTo>
                      <a:pt x="922054" y="1121500"/>
                    </a:lnTo>
                    <a:close/>
                    <a:moveTo>
                      <a:pt x="1172562" y="931000"/>
                    </a:moveTo>
                    <a:lnTo>
                      <a:pt x="1124937" y="1246278"/>
                    </a:lnTo>
                    <a:lnTo>
                      <a:pt x="1305912" y="1324382"/>
                    </a:lnTo>
                    <a:lnTo>
                      <a:pt x="1349727" y="1035775"/>
                    </a:lnTo>
                    <a:close/>
                    <a:moveTo>
                      <a:pt x="1305912" y="1324382"/>
                    </a:moveTo>
                    <a:lnTo>
                      <a:pt x="1499269" y="1076732"/>
                    </a:lnTo>
                    <a:lnTo>
                      <a:pt x="1315437" y="1002437"/>
                    </a:lnTo>
                    <a:lnTo>
                      <a:pt x="1124937" y="1246278"/>
                    </a:lnTo>
                    <a:close/>
                    <a:moveTo>
                      <a:pt x="1315437" y="1002437"/>
                    </a:moveTo>
                    <a:lnTo>
                      <a:pt x="1277337" y="1369150"/>
                    </a:lnTo>
                    <a:lnTo>
                      <a:pt x="1461169" y="1440587"/>
                    </a:lnTo>
                    <a:lnTo>
                      <a:pt x="1499269" y="1076732"/>
                    </a:lnTo>
                    <a:close/>
                    <a:moveTo>
                      <a:pt x="1461169" y="1440587"/>
                    </a:moveTo>
                    <a:lnTo>
                      <a:pt x="1664052" y="1165315"/>
                    </a:lnTo>
                    <a:lnTo>
                      <a:pt x="1478314" y="1095782"/>
                    </a:lnTo>
                    <a:lnTo>
                      <a:pt x="1277337" y="1369150"/>
                    </a:lnTo>
                    <a:close/>
                    <a:moveTo>
                      <a:pt x="1478314" y="1095782"/>
                    </a:moveTo>
                    <a:lnTo>
                      <a:pt x="1452597" y="1414870"/>
                    </a:lnTo>
                    <a:lnTo>
                      <a:pt x="1638334" y="1486307"/>
                    </a:lnTo>
                    <a:lnTo>
                      <a:pt x="1664052" y="1165315"/>
                    </a:lnTo>
                    <a:close/>
                    <a:moveTo>
                      <a:pt x="1638334" y="1486307"/>
                    </a:moveTo>
                    <a:lnTo>
                      <a:pt x="1963137" y="1062445"/>
                    </a:lnTo>
                    <a:lnTo>
                      <a:pt x="1782162" y="985292"/>
                    </a:lnTo>
                    <a:lnTo>
                      <a:pt x="1452597" y="1414870"/>
                    </a:lnTo>
                    <a:close/>
                    <a:moveTo>
                      <a:pt x="1782162" y="985292"/>
                    </a:moveTo>
                    <a:lnTo>
                      <a:pt x="1690722" y="1612037"/>
                    </a:lnTo>
                    <a:lnTo>
                      <a:pt x="1875507" y="1667282"/>
                    </a:lnTo>
                    <a:lnTo>
                      <a:pt x="1963137" y="1062445"/>
                    </a:lnTo>
                    <a:close/>
                    <a:moveTo>
                      <a:pt x="1875507" y="1667282"/>
                    </a:moveTo>
                    <a:lnTo>
                      <a:pt x="2151732" y="1077685"/>
                    </a:lnTo>
                    <a:lnTo>
                      <a:pt x="1971709" y="1011962"/>
                    </a:lnTo>
                    <a:lnTo>
                      <a:pt x="1690722" y="1612037"/>
                    </a:lnTo>
                    <a:close/>
                    <a:moveTo>
                      <a:pt x="1971709" y="1011962"/>
                    </a:moveTo>
                    <a:lnTo>
                      <a:pt x="1834550" y="1535837"/>
                    </a:lnTo>
                    <a:lnTo>
                      <a:pt x="2009809" y="1620610"/>
                    </a:lnTo>
                    <a:lnTo>
                      <a:pt x="2151732" y="1077685"/>
                    </a:lnTo>
                    <a:close/>
                    <a:moveTo>
                      <a:pt x="2009809" y="1620610"/>
                    </a:moveTo>
                    <a:lnTo>
                      <a:pt x="2358425" y="1157695"/>
                    </a:lnTo>
                    <a:lnTo>
                      <a:pt x="2174592" y="1086257"/>
                    </a:lnTo>
                    <a:lnTo>
                      <a:pt x="1834550" y="1535837"/>
                    </a:lnTo>
                    <a:close/>
                    <a:moveTo>
                      <a:pt x="2174592" y="1086257"/>
                    </a:moveTo>
                    <a:lnTo>
                      <a:pt x="2141255" y="1429157"/>
                    </a:lnTo>
                    <a:lnTo>
                      <a:pt x="2326040" y="1490117"/>
                    </a:lnTo>
                    <a:lnTo>
                      <a:pt x="2358425" y="1157695"/>
                    </a:lnTo>
                    <a:close/>
                    <a:moveTo>
                      <a:pt x="2326040" y="1490117"/>
                    </a:moveTo>
                    <a:lnTo>
                      <a:pt x="2519397" y="1162457"/>
                    </a:lnTo>
                    <a:lnTo>
                      <a:pt x="2328897" y="1111022"/>
                    </a:lnTo>
                    <a:lnTo>
                      <a:pt x="2141255" y="1429157"/>
                    </a:lnTo>
                    <a:close/>
                    <a:moveTo>
                      <a:pt x="2328897" y="1111022"/>
                    </a:moveTo>
                    <a:lnTo>
                      <a:pt x="2332707" y="1425348"/>
                    </a:lnTo>
                    <a:lnTo>
                      <a:pt x="2524160" y="1482498"/>
                    </a:lnTo>
                    <a:lnTo>
                      <a:pt x="2519397" y="1162457"/>
                    </a:lnTo>
                    <a:close/>
                    <a:moveTo>
                      <a:pt x="2524160" y="1482498"/>
                    </a:moveTo>
                    <a:lnTo>
                      <a:pt x="2773715" y="1105307"/>
                    </a:lnTo>
                    <a:lnTo>
                      <a:pt x="2590835" y="1037680"/>
                    </a:lnTo>
                    <a:lnTo>
                      <a:pt x="2332707" y="1425348"/>
                    </a:lnTo>
                    <a:close/>
                    <a:moveTo>
                      <a:pt x="2590835" y="1037680"/>
                    </a:moveTo>
                    <a:lnTo>
                      <a:pt x="2553687" y="1339623"/>
                    </a:lnTo>
                    <a:lnTo>
                      <a:pt x="2737519" y="1410107"/>
                    </a:lnTo>
                    <a:lnTo>
                      <a:pt x="2773715" y="1105307"/>
                    </a:lnTo>
                    <a:close/>
                    <a:moveTo>
                      <a:pt x="2737519" y="1410107"/>
                    </a:moveTo>
                    <a:lnTo>
                      <a:pt x="3011840" y="1024345"/>
                    </a:lnTo>
                    <a:lnTo>
                      <a:pt x="2821340" y="962432"/>
                    </a:lnTo>
                    <a:lnTo>
                      <a:pt x="2553687" y="1339623"/>
                    </a:lnTo>
                    <a:close/>
                    <a:moveTo>
                      <a:pt x="2821340" y="962432"/>
                    </a:moveTo>
                    <a:lnTo>
                      <a:pt x="2819435" y="1306285"/>
                    </a:lnTo>
                    <a:lnTo>
                      <a:pt x="3009935" y="1353910"/>
                    </a:lnTo>
                    <a:lnTo>
                      <a:pt x="3011840" y="1024345"/>
                    </a:lnTo>
                    <a:close/>
                    <a:moveTo>
                      <a:pt x="3009935" y="1353910"/>
                    </a:moveTo>
                    <a:lnTo>
                      <a:pt x="3280444" y="833848"/>
                    </a:lnTo>
                    <a:lnTo>
                      <a:pt x="3099469" y="770030"/>
                    </a:lnTo>
                    <a:lnTo>
                      <a:pt x="2819435" y="1306285"/>
                    </a:lnTo>
                    <a:close/>
                    <a:moveTo>
                      <a:pt x="3099469" y="770030"/>
                    </a:moveTo>
                    <a:lnTo>
                      <a:pt x="3016602" y="1177698"/>
                    </a:lnTo>
                    <a:lnTo>
                      <a:pt x="3197577" y="1242467"/>
                    </a:lnTo>
                    <a:lnTo>
                      <a:pt x="3280444" y="833848"/>
                    </a:lnTo>
                    <a:close/>
                    <a:moveTo>
                      <a:pt x="3197577" y="1242467"/>
                    </a:moveTo>
                    <a:lnTo>
                      <a:pt x="3491900" y="689068"/>
                    </a:lnTo>
                    <a:lnTo>
                      <a:pt x="3309019" y="626203"/>
                    </a:lnTo>
                    <a:lnTo>
                      <a:pt x="3016602" y="1177698"/>
                    </a:lnTo>
                    <a:close/>
                    <a:moveTo>
                      <a:pt x="3309019" y="626203"/>
                    </a:moveTo>
                    <a:lnTo>
                      <a:pt x="3239487" y="1029107"/>
                    </a:lnTo>
                    <a:lnTo>
                      <a:pt x="3424272" y="1078637"/>
                    </a:lnTo>
                    <a:lnTo>
                      <a:pt x="3491900" y="689068"/>
                    </a:lnTo>
                    <a:close/>
                    <a:moveTo>
                      <a:pt x="3424272" y="1078637"/>
                    </a:moveTo>
                    <a:lnTo>
                      <a:pt x="3703354" y="337595"/>
                    </a:lnTo>
                    <a:lnTo>
                      <a:pt x="3513807" y="300448"/>
                    </a:lnTo>
                    <a:lnTo>
                      <a:pt x="3239487" y="1029107"/>
                    </a:lnTo>
                    <a:close/>
                    <a:moveTo>
                      <a:pt x="3513807" y="300448"/>
                    </a:moveTo>
                    <a:lnTo>
                      <a:pt x="3497615" y="885283"/>
                    </a:lnTo>
                    <a:lnTo>
                      <a:pt x="3687162" y="921475"/>
                    </a:lnTo>
                    <a:lnTo>
                      <a:pt x="3703354" y="337595"/>
                    </a:lnTo>
                    <a:close/>
                    <a:moveTo>
                      <a:pt x="3687162" y="921475"/>
                    </a:moveTo>
                    <a:lnTo>
                      <a:pt x="3937669" y="243298"/>
                    </a:lnTo>
                    <a:lnTo>
                      <a:pt x="3750979" y="198530"/>
                    </a:lnTo>
                    <a:lnTo>
                      <a:pt x="3497615" y="885283"/>
                    </a:lnTo>
                    <a:close/>
                    <a:moveTo>
                      <a:pt x="3750979" y="198530"/>
                    </a:moveTo>
                    <a:lnTo>
                      <a:pt x="3690972" y="735740"/>
                    </a:lnTo>
                    <a:lnTo>
                      <a:pt x="3880519" y="756695"/>
                    </a:lnTo>
                    <a:lnTo>
                      <a:pt x="3937669" y="243298"/>
                    </a:lnTo>
                    <a:close/>
                    <a:moveTo>
                      <a:pt x="3378552" y="379505"/>
                    </a:moveTo>
                    <a:lnTo>
                      <a:pt x="3310925" y="465230"/>
                    </a:lnTo>
                    <a:lnTo>
                      <a:pt x="3460467" y="583340"/>
                    </a:lnTo>
                    <a:lnTo>
                      <a:pt x="3528094" y="497615"/>
                    </a:lnTo>
                    <a:close/>
                  </a:path>
                </a:pathLst>
              </a:custGeom>
              <a:solidFill>
                <a:srgbClr val="815D3B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A24DCB9-9ACC-D55C-DD40-716F1F01B38C}"/>
                  </a:ext>
                </a:extLst>
              </p:cNvPr>
              <p:cNvSpPr/>
              <p:nvPr/>
            </p:nvSpPr>
            <p:spPr>
              <a:xfrm>
                <a:off x="6845652" y="8937771"/>
                <a:ext cx="707707" cy="723899"/>
              </a:xfrm>
              <a:custGeom>
                <a:avLst/>
                <a:gdLst>
                  <a:gd name="connsiteX0" fmla="*/ 633891 w 707707"/>
                  <a:gd name="connsiteY0" fmla="*/ 626241 h 723899"/>
                  <a:gd name="connsiteX1" fmla="*/ 696756 w 707707"/>
                  <a:gd name="connsiteY1" fmla="*/ 473841 h 723899"/>
                  <a:gd name="connsiteX2" fmla="*/ 541499 w 707707"/>
                  <a:gd name="connsiteY2" fmla="*/ 350968 h 723899"/>
                  <a:gd name="connsiteX3" fmla="*/ 457679 w 707707"/>
                  <a:gd name="connsiteY3" fmla="*/ 552898 h 723899"/>
                  <a:gd name="connsiteX4" fmla="*/ 541499 w 707707"/>
                  <a:gd name="connsiteY4" fmla="*/ 350968 h 723899"/>
                  <a:gd name="connsiteX5" fmla="*/ 213839 w 707707"/>
                  <a:gd name="connsiteY5" fmla="*/ 590998 h 723899"/>
                  <a:gd name="connsiteX6" fmla="*/ 354809 w 707707"/>
                  <a:gd name="connsiteY6" fmla="*/ 724348 h 723899"/>
                  <a:gd name="connsiteX7" fmla="*/ 696756 w 707707"/>
                  <a:gd name="connsiteY7" fmla="*/ 473841 h 723899"/>
                  <a:gd name="connsiteX8" fmla="*/ 354809 w 707707"/>
                  <a:gd name="connsiteY8" fmla="*/ 724348 h 723899"/>
                  <a:gd name="connsiteX9" fmla="*/ 708186 w 707707"/>
                  <a:gd name="connsiteY9" fmla="*/ 185233 h 723899"/>
                  <a:gd name="connsiteX10" fmla="*/ 561501 w 707707"/>
                  <a:gd name="connsiteY10" fmla="*/ 60455 h 723899"/>
                  <a:gd name="connsiteX11" fmla="*/ 213839 w 707707"/>
                  <a:gd name="connsiteY11" fmla="*/ 590998 h 723899"/>
                  <a:gd name="connsiteX12" fmla="*/ 561501 w 707707"/>
                  <a:gd name="connsiteY12" fmla="*/ 60455 h 723899"/>
                  <a:gd name="connsiteX13" fmla="*/ 71916 w 707707"/>
                  <a:gd name="connsiteY13" fmla="*/ 506226 h 723899"/>
                  <a:gd name="connsiteX14" fmla="*/ 218601 w 707707"/>
                  <a:gd name="connsiteY14" fmla="*/ 629098 h 723899"/>
                  <a:gd name="connsiteX15" fmla="*/ 708186 w 707707"/>
                  <a:gd name="connsiteY15" fmla="*/ 185233 h 723899"/>
                  <a:gd name="connsiteX16" fmla="*/ 218601 w 707707"/>
                  <a:gd name="connsiteY16" fmla="*/ 629098 h 723899"/>
                  <a:gd name="connsiteX17" fmla="*/ 528164 w 707707"/>
                  <a:gd name="connsiteY17" fmla="*/ 142371 h 723899"/>
                  <a:gd name="connsiteX18" fmla="*/ 391956 w 707707"/>
                  <a:gd name="connsiteY18" fmla="*/ 448 h 723899"/>
                  <a:gd name="connsiteX19" fmla="*/ 71916 w 707707"/>
                  <a:gd name="connsiteY19" fmla="*/ 506226 h 723899"/>
                  <a:gd name="connsiteX20" fmla="*/ 391956 w 707707"/>
                  <a:gd name="connsiteY20" fmla="*/ 448 h 723899"/>
                  <a:gd name="connsiteX21" fmla="*/ 479 w 707707"/>
                  <a:gd name="connsiteY21" fmla="*/ 227143 h 723899"/>
                  <a:gd name="connsiteX22" fmla="*/ 132876 w 707707"/>
                  <a:gd name="connsiteY22" fmla="*/ 370018 h 723899"/>
                  <a:gd name="connsiteX23" fmla="*/ 528164 w 707707"/>
                  <a:gd name="connsiteY23" fmla="*/ 142371 h 723899"/>
                  <a:gd name="connsiteX24" fmla="*/ 132876 w 707707"/>
                  <a:gd name="connsiteY24" fmla="*/ 370018 h 723899"/>
                  <a:gd name="connsiteX25" fmla="*/ 232889 w 707707"/>
                  <a:gd name="connsiteY25" fmla="*/ 223333 h 723899"/>
                  <a:gd name="connsiteX26" fmla="*/ 75726 w 707707"/>
                  <a:gd name="connsiteY26" fmla="*/ 115701 h 723899"/>
                  <a:gd name="connsiteX27" fmla="*/ 479 w 707707"/>
                  <a:gd name="connsiteY27" fmla="*/ 227143 h 723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07707" h="723899">
                    <a:moveTo>
                      <a:pt x="633891" y="626241"/>
                    </a:moveTo>
                    <a:lnTo>
                      <a:pt x="696756" y="473841"/>
                    </a:lnTo>
                    <a:lnTo>
                      <a:pt x="541499" y="350968"/>
                    </a:lnTo>
                    <a:lnTo>
                      <a:pt x="457679" y="552898"/>
                    </a:lnTo>
                    <a:close/>
                    <a:moveTo>
                      <a:pt x="541499" y="350968"/>
                    </a:moveTo>
                    <a:lnTo>
                      <a:pt x="213839" y="590998"/>
                    </a:lnTo>
                    <a:lnTo>
                      <a:pt x="354809" y="724348"/>
                    </a:lnTo>
                    <a:lnTo>
                      <a:pt x="696756" y="473841"/>
                    </a:lnTo>
                    <a:close/>
                    <a:moveTo>
                      <a:pt x="354809" y="724348"/>
                    </a:moveTo>
                    <a:lnTo>
                      <a:pt x="708186" y="185233"/>
                    </a:lnTo>
                    <a:lnTo>
                      <a:pt x="561501" y="60455"/>
                    </a:lnTo>
                    <a:lnTo>
                      <a:pt x="213839" y="590998"/>
                    </a:lnTo>
                    <a:close/>
                    <a:moveTo>
                      <a:pt x="561501" y="60455"/>
                    </a:moveTo>
                    <a:lnTo>
                      <a:pt x="71916" y="506226"/>
                    </a:lnTo>
                    <a:lnTo>
                      <a:pt x="218601" y="629098"/>
                    </a:lnTo>
                    <a:lnTo>
                      <a:pt x="708186" y="185233"/>
                    </a:lnTo>
                    <a:close/>
                    <a:moveTo>
                      <a:pt x="218601" y="629098"/>
                    </a:moveTo>
                    <a:lnTo>
                      <a:pt x="528164" y="142371"/>
                    </a:lnTo>
                    <a:lnTo>
                      <a:pt x="391956" y="448"/>
                    </a:lnTo>
                    <a:lnTo>
                      <a:pt x="71916" y="506226"/>
                    </a:lnTo>
                    <a:close/>
                    <a:moveTo>
                      <a:pt x="391956" y="448"/>
                    </a:moveTo>
                    <a:lnTo>
                      <a:pt x="479" y="227143"/>
                    </a:lnTo>
                    <a:lnTo>
                      <a:pt x="132876" y="370018"/>
                    </a:lnTo>
                    <a:lnTo>
                      <a:pt x="528164" y="142371"/>
                    </a:lnTo>
                    <a:close/>
                    <a:moveTo>
                      <a:pt x="132876" y="370018"/>
                    </a:moveTo>
                    <a:lnTo>
                      <a:pt x="232889" y="223333"/>
                    </a:lnTo>
                    <a:lnTo>
                      <a:pt x="75726" y="115701"/>
                    </a:lnTo>
                    <a:lnTo>
                      <a:pt x="479" y="227143"/>
                    </a:lnTo>
                    <a:close/>
                  </a:path>
                </a:pathLst>
              </a:custGeom>
              <a:solidFill>
                <a:srgbClr val="776F30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41C465D4-238E-D37B-F454-0CCEE61F27C0}"/>
                  </a:ext>
                </a:extLst>
              </p:cNvPr>
              <p:cNvSpPr/>
              <p:nvPr/>
            </p:nvSpPr>
            <p:spPr>
              <a:xfrm>
                <a:off x="2475580" y="5982161"/>
                <a:ext cx="2669857" cy="2684147"/>
              </a:xfrm>
              <a:custGeom>
                <a:avLst/>
                <a:gdLst>
                  <a:gd name="connsiteX0" fmla="*/ 2669880 w 2669857"/>
                  <a:gd name="connsiteY0" fmla="*/ 72526 h 2684147"/>
                  <a:gd name="connsiteX1" fmla="*/ 2656545 w 2669857"/>
                  <a:gd name="connsiteY1" fmla="*/ 75384 h 2684147"/>
                  <a:gd name="connsiteX2" fmla="*/ 2436518 w 2669857"/>
                  <a:gd name="connsiteY2" fmla="*/ 202066 h 2684147"/>
                  <a:gd name="connsiteX3" fmla="*/ 2364128 w 2669857"/>
                  <a:gd name="connsiteY3" fmla="*/ 422094 h 2684147"/>
                  <a:gd name="connsiteX4" fmla="*/ 2583203 w 2669857"/>
                  <a:gd name="connsiteY4" fmla="*/ 356371 h 2684147"/>
                  <a:gd name="connsiteX5" fmla="*/ 2613683 w 2669857"/>
                  <a:gd name="connsiteY5" fmla="*/ 255406 h 2684147"/>
                  <a:gd name="connsiteX6" fmla="*/ 2625113 w 2669857"/>
                  <a:gd name="connsiteY6" fmla="*/ 258264 h 2684147"/>
                  <a:gd name="connsiteX7" fmla="*/ 2583203 w 2669857"/>
                  <a:gd name="connsiteY7" fmla="*/ 356371 h 2684147"/>
                  <a:gd name="connsiteX8" fmla="*/ 2189820 w 2669857"/>
                  <a:gd name="connsiteY8" fmla="*/ 28711 h 2684147"/>
                  <a:gd name="connsiteX9" fmla="*/ 2012655 w 2669857"/>
                  <a:gd name="connsiteY9" fmla="*/ 128724 h 2684147"/>
                  <a:gd name="connsiteX10" fmla="*/ 2364128 w 2669857"/>
                  <a:gd name="connsiteY10" fmla="*/ 422094 h 2684147"/>
                  <a:gd name="connsiteX11" fmla="*/ 2012655 w 2669857"/>
                  <a:gd name="connsiteY11" fmla="*/ 128724 h 2684147"/>
                  <a:gd name="connsiteX12" fmla="*/ 2050755 w 2669857"/>
                  <a:gd name="connsiteY12" fmla="*/ 375421 h 2684147"/>
                  <a:gd name="connsiteX13" fmla="*/ 2229825 w 2669857"/>
                  <a:gd name="connsiteY13" fmla="*/ 286839 h 2684147"/>
                  <a:gd name="connsiteX14" fmla="*/ 2189820 w 2669857"/>
                  <a:gd name="connsiteY14" fmla="*/ 28711 h 2684147"/>
                  <a:gd name="connsiteX15" fmla="*/ 2229825 w 2669857"/>
                  <a:gd name="connsiteY15" fmla="*/ 286839 h 2684147"/>
                  <a:gd name="connsiteX16" fmla="*/ 1954553 w 2669857"/>
                  <a:gd name="connsiteY16" fmla="*/ 136 h 2684147"/>
                  <a:gd name="connsiteX17" fmla="*/ 1767863 w 2669857"/>
                  <a:gd name="connsiteY17" fmla="*/ 80146 h 2684147"/>
                  <a:gd name="connsiteX18" fmla="*/ 2050755 w 2669857"/>
                  <a:gd name="connsiteY18" fmla="*/ 375421 h 2684147"/>
                  <a:gd name="connsiteX19" fmla="*/ 1767863 w 2669857"/>
                  <a:gd name="connsiteY19" fmla="*/ 80146 h 2684147"/>
                  <a:gd name="connsiteX20" fmla="*/ 1779293 w 2669857"/>
                  <a:gd name="connsiteY20" fmla="*/ 353514 h 2684147"/>
                  <a:gd name="connsiteX21" fmla="*/ 1965983 w 2669857"/>
                  <a:gd name="connsiteY21" fmla="*/ 258264 h 2684147"/>
                  <a:gd name="connsiteX22" fmla="*/ 1954553 w 2669857"/>
                  <a:gd name="connsiteY22" fmla="*/ 136 h 2684147"/>
                  <a:gd name="connsiteX23" fmla="*/ 1965983 w 2669857"/>
                  <a:gd name="connsiteY23" fmla="*/ 258264 h 2684147"/>
                  <a:gd name="connsiteX24" fmla="*/ 1711665 w 2669857"/>
                  <a:gd name="connsiteY24" fmla="*/ 58239 h 2684147"/>
                  <a:gd name="connsiteX25" fmla="*/ 1507830 w 2669857"/>
                  <a:gd name="connsiteY25" fmla="*/ 141106 h 2684147"/>
                  <a:gd name="connsiteX26" fmla="*/ 1779293 w 2669857"/>
                  <a:gd name="connsiteY26" fmla="*/ 353514 h 2684147"/>
                  <a:gd name="connsiteX27" fmla="*/ 1507830 w 2669857"/>
                  <a:gd name="connsiteY27" fmla="*/ 141106 h 2684147"/>
                  <a:gd name="connsiteX28" fmla="*/ 1468778 w 2669857"/>
                  <a:gd name="connsiteY28" fmla="*/ 415426 h 2684147"/>
                  <a:gd name="connsiteX29" fmla="*/ 1669755 w 2669857"/>
                  <a:gd name="connsiteY29" fmla="*/ 352561 h 2684147"/>
                  <a:gd name="connsiteX30" fmla="*/ 1711665 w 2669857"/>
                  <a:gd name="connsiteY30" fmla="*/ 58239 h 2684147"/>
                  <a:gd name="connsiteX31" fmla="*/ 1669755 w 2669857"/>
                  <a:gd name="connsiteY31" fmla="*/ 352561 h 2684147"/>
                  <a:gd name="connsiteX32" fmla="*/ 1436393 w 2669857"/>
                  <a:gd name="connsiteY32" fmla="*/ 101101 h 2684147"/>
                  <a:gd name="connsiteX33" fmla="*/ 1252560 w 2669857"/>
                  <a:gd name="connsiteY33" fmla="*/ 183016 h 2684147"/>
                  <a:gd name="connsiteX34" fmla="*/ 1468778 w 2669857"/>
                  <a:gd name="connsiteY34" fmla="*/ 415426 h 2684147"/>
                  <a:gd name="connsiteX35" fmla="*/ 1252560 w 2669857"/>
                  <a:gd name="connsiteY35" fmla="*/ 183016 h 2684147"/>
                  <a:gd name="connsiteX36" fmla="*/ 1283993 w 2669857"/>
                  <a:gd name="connsiteY36" fmla="*/ 523059 h 2684147"/>
                  <a:gd name="connsiteX37" fmla="*/ 1465920 w 2669857"/>
                  <a:gd name="connsiteY37" fmla="*/ 427809 h 2684147"/>
                  <a:gd name="connsiteX38" fmla="*/ 1436393 w 2669857"/>
                  <a:gd name="connsiteY38" fmla="*/ 101101 h 2684147"/>
                  <a:gd name="connsiteX39" fmla="*/ 1465920 w 2669857"/>
                  <a:gd name="connsiteY39" fmla="*/ 427809 h 2684147"/>
                  <a:gd name="connsiteX40" fmla="*/ 1173503 w 2669857"/>
                  <a:gd name="connsiteY40" fmla="*/ 183016 h 2684147"/>
                  <a:gd name="connsiteX41" fmla="*/ 1021103 w 2669857"/>
                  <a:gd name="connsiteY41" fmla="*/ 303031 h 2684147"/>
                  <a:gd name="connsiteX42" fmla="*/ 1283993 w 2669857"/>
                  <a:gd name="connsiteY42" fmla="*/ 523059 h 2684147"/>
                  <a:gd name="connsiteX43" fmla="*/ 1021103 w 2669857"/>
                  <a:gd name="connsiteY43" fmla="*/ 303031 h 2684147"/>
                  <a:gd name="connsiteX44" fmla="*/ 1188743 w 2669857"/>
                  <a:gd name="connsiteY44" fmla="*/ 645931 h 2684147"/>
                  <a:gd name="connsiteX45" fmla="*/ 1342095 w 2669857"/>
                  <a:gd name="connsiteY45" fmla="*/ 526869 h 2684147"/>
                  <a:gd name="connsiteX46" fmla="*/ 1173503 w 2669857"/>
                  <a:gd name="connsiteY46" fmla="*/ 183016 h 2684147"/>
                  <a:gd name="connsiteX47" fmla="*/ 1342095 w 2669857"/>
                  <a:gd name="connsiteY47" fmla="*/ 526869 h 2684147"/>
                  <a:gd name="connsiteX48" fmla="*/ 932520 w 2669857"/>
                  <a:gd name="connsiteY48" fmla="*/ 172539 h 2684147"/>
                  <a:gd name="connsiteX49" fmla="*/ 776310 w 2669857"/>
                  <a:gd name="connsiteY49" fmla="*/ 290649 h 2684147"/>
                  <a:gd name="connsiteX50" fmla="*/ 1188743 w 2669857"/>
                  <a:gd name="connsiteY50" fmla="*/ 645931 h 2684147"/>
                  <a:gd name="connsiteX51" fmla="*/ 776310 w 2669857"/>
                  <a:gd name="connsiteY51" fmla="*/ 290649 h 2684147"/>
                  <a:gd name="connsiteX52" fmla="*/ 1038248 w 2669857"/>
                  <a:gd name="connsiteY52" fmla="*/ 851671 h 2684147"/>
                  <a:gd name="connsiteX53" fmla="*/ 1194458 w 2669857"/>
                  <a:gd name="connsiteY53" fmla="*/ 735466 h 2684147"/>
                  <a:gd name="connsiteX54" fmla="*/ 932520 w 2669857"/>
                  <a:gd name="connsiteY54" fmla="*/ 172539 h 2684147"/>
                  <a:gd name="connsiteX55" fmla="*/ 1194458 w 2669857"/>
                  <a:gd name="connsiteY55" fmla="*/ 735466 h 2684147"/>
                  <a:gd name="connsiteX56" fmla="*/ 732495 w 2669857"/>
                  <a:gd name="connsiteY56" fmla="*/ 330654 h 2684147"/>
                  <a:gd name="connsiteX57" fmla="*/ 576285 w 2669857"/>
                  <a:gd name="connsiteY57" fmla="*/ 445906 h 2684147"/>
                  <a:gd name="connsiteX58" fmla="*/ 1038248 w 2669857"/>
                  <a:gd name="connsiteY58" fmla="*/ 851671 h 2684147"/>
                  <a:gd name="connsiteX59" fmla="*/ 576285 w 2669857"/>
                  <a:gd name="connsiteY59" fmla="*/ 445906 h 2684147"/>
                  <a:gd name="connsiteX60" fmla="*/ 765833 w 2669857"/>
                  <a:gd name="connsiteY60" fmla="*/ 865008 h 2684147"/>
                  <a:gd name="connsiteX61" fmla="*/ 931568 w 2669857"/>
                  <a:gd name="connsiteY61" fmla="*/ 771661 h 2684147"/>
                  <a:gd name="connsiteX62" fmla="*/ 732495 w 2669857"/>
                  <a:gd name="connsiteY62" fmla="*/ 330654 h 2684147"/>
                  <a:gd name="connsiteX63" fmla="*/ 931568 w 2669857"/>
                  <a:gd name="connsiteY63" fmla="*/ 771661 h 2684147"/>
                  <a:gd name="connsiteX64" fmla="*/ 758213 w 2669857"/>
                  <a:gd name="connsiteY64" fmla="*/ 518296 h 2684147"/>
                  <a:gd name="connsiteX65" fmla="*/ 578190 w 2669857"/>
                  <a:gd name="connsiteY65" fmla="*/ 592591 h 2684147"/>
                  <a:gd name="connsiteX66" fmla="*/ 765833 w 2669857"/>
                  <a:gd name="connsiteY66" fmla="*/ 865008 h 2684147"/>
                  <a:gd name="connsiteX67" fmla="*/ 578190 w 2669857"/>
                  <a:gd name="connsiteY67" fmla="*/ 592591 h 2684147"/>
                  <a:gd name="connsiteX68" fmla="*/ 652485 w 2669857"/>
                  <a:gd name="connsiteY68" fmla="*/ 1003121 h 2684147"/>
                  <a:gd name="connsiteX69" fmla="*/ 823935 w 2669857"/>
                  <a:gd name="connsiteY69" fmla="*/ 881201 h 2684147"/>
                  <a:gd name="connsiteX70" fmla="*/ 758213 w 2669857"/>
                  <a:gd name="connsiteY70" fmla="*/ 518296 h 2684147"/>
                  <a:gd name="connsiteX71" fmla="*/ 823935 w 2669857"/>
                  <a:gd name="connsiteY71" fmla="*/ 881201 h 2684147"/>
                  <a:gd name="connsiteX72" fmla="*/ 521040 w 2669857"/>
                  <a:gd name="connsiteY72" fmla="*/ 710701 h 2684147"/>
                  <a:gd name="connsiteX73" fmla="*/ 366735 w 2669857"/>
                  <a:gd name="connsiteY73" fmla="*/ 843099 h 2684147"/>
                  <a:gd name="connsiteX74" fmla="*/ 652485 w 2669857"/>
                  <a:gd name="connsiteY74" fmla="*/ 1003121 h 2684147"/>
                  <a:gd name="connsiteX75" fmla="*/ 366735 w 2669857"/>
                  <a:gd name="connsiteY75" fmla="*/ 843099 h 2684147"/>
                  <a:gd name="connsiteX76" fmla="*/ 497228 w 2669857"/>
                  <a:gd name="connsiteY76" fmla="*/ 1195526 h 2684147"/>
                  <a:gd name="connsiteX77" fmla="*/ 664868 w 2669857"/>
                  <a:gd name="connsiteY77" fmla="*/ 1098371 h 2684147"/>
                  <a:gd name="connsiteX78" fmla="*/ 521040 w 2669857"/>
                  <a:gd name="connsiteY78" fmla="*/ 710701 h 2684147"/>
                  <a:gd name="connsiteX79" fmla="*/ 664868 w 2669857"/>
                  <a:gd name="connsiteY79" fmla="*/ 1098371 h 2684147"/>
                  <a:gd name="connsiteX80" fmla="*/ 462938 w 2669857"/>
                  <a:gd name="connsiteY80" fmla="*/ 858339 h 2684147"/>
                  <a:gd name="connsiteX81" fmla="*/ 290535 w 2669857"/>
                  <a:gd name="connsiteY81" fmla="*/ 948828 h 2684147"/>
                  <a:gd name="connsiteX82" fmla="*/ 497228 w 2669857"/>
                  <a:gd name="connsiteY82" fmla="*/ 1195526 h 2684147"/>
                  <a:gd name="connsiteX83" fmla="*/ 290535 w 2669857"/>
                  <a:gd name="connsiteY83" fmla="*/ 948828 h 2684147"/>
                  <a:gd name="connsiteX84" fmla="*/ 420075 w 2669857"/>
                  <a:gd name="connsiteY84" fmla="*/ 1411743 h 2684147"/>
                  <a:gd name="connsiteX85" fmla="*/ 587715 w 2669857"/>
                  <a:gd name="connsiteY85" fmla="*/ 1303158 h 2684147"/>
                  <a:gd name="connsiteX86" fmla="*/ 462938 w 2669857"/>
                  <a:gd name="connsiteY86" fmla="*/ 858339 h 2684147"/>
                  <a:gd name="connsiteX87" fmla="*/ 587715 w 2669857"/>
                  <a:gd name="connsiteY87" fmla="*/ 1303158 h 2684147"/>
                  <a:gd name="connsiteX88" fmla="*/ 308633 w 2669857"/>
                  <a:gd name="connsiteY88" fmla="*/ 1075511 h 2684147"/>
                  <a:gd name="connsiteX89" fmla="*/ 156233 w 2669857"/>
                  <a:gd name="connsiteY89" fmla="*/ 1197431 h 2684147"/>
                  <a:gd name="connsiteX90" fmla="*/ 420075 w 2669857"/>
                  <a:gd name="connsiteY90" fmla="*/ 1411743 h 2684147"/>
                  <a:gd name="connsiteX91" fmla="*/ 156233 w 2669857"/>
                  <a:gd name="connsiteY91" fmla="*/ 1197431 h 2684147"/>
                  <a:gd name="connsiteX92" fmla="*/ 372450 w 2669857"/>
                  <a:gd name="connsiteY92" fmla="*/ 1629866 h 2684147"/>
                  <a:gd name="connsiteX93" fmla="*/ 533423 w 2669857"/>
                  <a:gd name="connsiteY93" fmla="*/ 1526043 h 2684147"/>
                  <a:gd name="connsiteX94" fmla="*/ 308633 w 2669857"/>
                  <a:gd name="connsiteY94" fmla="*/ 1075511 h 2684147"/>
                  <a:gd name="connsiteX95" fmla="*/ 533423 w 2669857"/>
                  <a:gd name="connsiteY95" fmla="*/ 1526043 h 2684147"/>
                  <a:gd name="connsiteX96" fmla="*/ 306728 w 2669857"/>
                  <a:gd name="connsiteY96" fmla="*/ 1249818 h 2684147"/>
                  <a:gd name="connsiteX97" fmla="*/ 131468 w 2669857"/>
                  <a:gd name="connsiteY97" fmla="*/ 1337448 h 2684147"/>
                  <a:gd name="connsiteX98" fmla="*/ 372450 w 2669857"/>
                  <a:gd name="connsiteY98" fmla="*/ 1629866 h 2684147"/>
                  <a:gd name="connsiteX99" fmla="*/ 131468 w 2669857"/>
                  <a:gd name="connsiteY99" fmla="*/ 1337448 h 2684147"/>
                  <a:gd name="connsiteX100" fmla="*/ 263865 w 2669857"/>
                  <a:gd name="connsiteY100" fmla="*/ 1870848 h 2684147"/>
                  <a:gd name="connsiteX101" fmla="*/ 439125 w 2669857"/>
                  <a:gd name="connsiteY101" fmla="*/ 1786076 h 2684147"/>
                  <a:gd name="connsiteX102" fmla="*/ 306728 w 2669857"/>
                  <a:gd name="connsiteY102" fmla="*/ 1249818 h 2684147"/>
                  <a:gd name="connsiteX103" fmla="*/ 439125 w 2669857"/>
                  <a:gd name="connsiteY103" fmla="*/ 1786076 h 2684147"/>
                  <a:gd name="connsiteX104" fmla="*/ 236243 w 2669857"/>
                  <a:gd name="connsiteY104" fmla="*/ 1521281 h 2684147"/>
                  <a:gd name="connsiteX105" fmla="*/ 72413 w 2669857"/>
                  <a:gd name="connsiteY105" fmla="*/ 1621293 h 2684147"/>
                  <a:gd name="connsiteX106" fmla="*/ 263865 w 2669857"/>
                  <a:gd name="connsiteY106" fmla="*/ 1870848 h 2684147"/>
                  <a:gd name="connsiteX107" fmla="*/ 72413 w 2669857"/>
                  <a:gd name="connsiteY107" fmla="*/ 1621293 h 2684147"/>
                  <a:gd name="connsiteX108" fmla="*/ 326730 w 2669857"/>
                  <a:gd name="connsiteY108" fmla="*/ 2159456 h 2684147"/>
                  <a:gd name="connsiteX109" fmla="*/ 476273 w 2669857"/>
                  <a:gd name="connsiteY109" fmla="*/ 2029916 h 2684147"/>
                  <a:gd name="connsiteX110" fmla="*/ 236243 w 2669857"/>
                  <a:gd name="connsiteY110" fmla="*/ 1521281 h 2684147"/>
                  <a:gd name="connsiteX111" fmla="*/ 476273 w 2669857"/>
                  <a:gd name="connsiteY111" fmla="*/ 2029916 h 2684147"/>
                  <a:gd name="connsiteX112" fmla="*/ 166710 w 2669857"/>
                  <a:gd name="connsiteY112" fmla="*/ 1824176 h 2684147"/>
                  <a:gd name="connsiteX113" fmla="*/ 26693 w 2669857"/>
                  <a:gd name="connsiteY113" fmla="*/ 1959431 h 2684147"/>
                  <a:gd name="connsiteX114" fmla="*/ 326730 w 2669857"/>
                  <a:gd name="connsiteY114" fmla="*/ 2159456 h 2684147"/>
                  <a:gd name="connsiteX115" fmla="*/ 26693 w 2669857"/>
                  <a:gd name="connsiteY115" fmla="*/ 1959431 h 2684147"/>
                  <a:gd name="connsiteX116" fmla="*/ 349590 w 2669857"/>
                  <a:gd name="connsiteY116" fmla="*/ 2487116 h 2684147"/>
                  <a:gd name="connsiteX117" fmla="*/ 498180 w 2669857"/>
                  <a:gd name="connsiteY117" fmla="*/ 2365196 h 2684147"/>
                  <a:gd name="connsiteX118" fmla="*/ 166710 w 2669857"/>
                  <a:gd name="connsiteY118" fmla="*/ 1824176 h 2684147"/>
                  <a:gd name="connsiteX119" fmla="*/ 498180 w 2669857"/>
                  <a:gd name="connsiteY119" fmla="*/ 2365196 h 2684147"/>
                  <a:gd name="connsiteX120" fmla="*/ 155280 w 2669857"/>
                  <a:gd name="connsiteY120" fmla="*/ 2046108 h 2684147"/>
                  <a:gd name="connsiteX121" fmla="*/ 23 w 2669857"/>
                  <a:gd name="connsiteY121" fmla="*/ 2161361 h 2684147"/>
                  <a:gd name="connsiteX122" fmla="*/ 349590 w 2669857"/>
                  <a:gd name="connsiteY122" fmla="*/ 2487116 h 2684147"/>
                  <a:gd name="connsiteX123" fmla="*/ 23 w 2669857"/>
                  <a:gd name="connsiteY123" fmla="*/ 2161361 h 2684147"/>
                  <a:gd name="connsiteX124" fmla="*/ 252435 w 2669857"/>
                  <a:gd name="connsiteY124" fmla="*/ 2684283 h 2684147"/>
                  <a:gd name="connsiteX125" fmla="*/ 409598 w 2669857"/>
                  <a:gd name="connsiteY125" fmla="*/ 2572841 h 2684147"/>
                  <a:gd name="connsiteX126" fmla="*/ 155280 w 2669857"/>
                  <a:gd name="connsiteY126" fmla="*/ 2046108 h 2684147"/>
                  <a:gd name="connsiteX127" fmla="*/ 409598 w 2669857"/>
                  <a:gd name="connsiteY127" fmla="*/ 2572841 h 2684147"/>
                  <a:gd name="connsiteX128" fmla="*/ 219098 w 2669857"/>
                  <a:gd name="connsiteY128" fmla="*/ 2381388 h 2684147"/>
                  <a:gd name="connsiteX129" fmla="*/ 83843 w 2669857"/>
                  <a:gd name="connsiteY129" fmla="*/ 2515691 h 2684147"/>
                  <a:gd name="connsiteX130" fmla="*/ 252435 w 2669857"/>
                  <a:gd name="connsiteY130" fmla="*/ 2684283 h 2684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2669857" h="2684147">
                    <a:moveTo>
                      <a:pt x="2669880" y="72526"/>
                    </a:moveTo>
                    <a:lnTo>
                      <a:pt x="2656545" y="75384"/>
                    </a:lnTo>
                    <a:lnTo>
                      <a:pt x="2436518" y="202066"/>
                    </a:lnTo>
                    <a:lnTo>
                      <a:pt x="2364128" y="422094"/>
                    </a:lnTo>
                    <a:lnTo>
                      <a:pt x="2583203" y="356371"/>
                    </a:lnTo>
                    <a:lnTo>
                      <a:pt x="2613683" y="255406"/>
                    </a:lnTo>
                    <a:lnTo>
                      <a:pt x="2625113" y="258264"/>
                    </a:lnTo>
                    <a:close/>
                    <a:moveTo>
                      <a:pt x="2583203" y="356371"/>
                    </a:moveTo>
                    <a:lnTo>
                      <a:pt x="2189820" y="28711"/>
                    </a:lnTo>
                    <a:lnTo>
                      <a:pt x="2012655" y="128724"/>
                    </a:lnTo>
                    <a:lnTo>
                      <a:pt x="2364128" y="422094"/>
                    </a:lnTo>
                    <a:close/>
                    <a:moveTo>
                      <a:pt x="2012655" y="128724"/>
                    </a:moveTo>
                    <a:lnTo>
                      <a:pt x="2050755" y="375421"/>
                    </a:lnTo>
                    <a:lnTo>
                      <a:pt x="2229825" y="286839"/>
                    </a:lnTo>
                    <a:lnTo>
                      <a:pt x="2189820" y="28711"/>
                    </a:lnTo>
                    <a:close/>
                    <a:moveTo>
                      <a:pt x="2229825" y="286839"/>
                    </a:moveTo>
                    <a:lnTo>
                      <a:pt x="1954553" y="136"/>
                    </a:lnTo>
                    <a:lnTo>
                      <a:pt x="1767863" y="80146"/>
                    </a:lnTo>
                    <a:lnTo>
                      <a:pt x="2050755" y="375421"/>
                    </a:lnTo>
                    <a:close/>
                    <a:moveTo>
                      <a:pt x="1767863" y="80146"/>
                    </a:moveTo>
                    <a:lnTo>
                      <a:pt x="1779293" y="353514"/>
                    </a:lnTo>
                    <a:lnTo>
                      <a:pt x="1965983" y="258264"/>
                    </a:lnTo>
                    <a:lnTo>
                      <a:pt x="1954553" y="136"/>
                    </a:lnTo>
                    <a:close/>
                    <a:moveTo>
                      <a:pt x="1965983" y="258264"/>
                    </a:moveTo>
                    <a:lnTo>
                      <a:pt x="1711665" y="58239"/>
                    </a:lnTo>
                    <a:lnTo>
                      <a:pt x="1507830" y="141106"/>
                    </a:lnTo>
                    <a:lnTo>
                      <a:pt x="1779293" y="353514"/>
                    </a:lnTo>
                    <a:close/>
                    <a:moveTo>
                      <a:pt x="1507830" y="141106"/>
                    </a:moveTo>
                    <a:lnTo>
                      <a:pt x="1468778" y="415426"/>
                    </a:lnTo>
                    <a:lnTo>
                      <a:pt x="1669755" y="352561"/>
                    </a:lnTo>
                    <a:lnTo>
                      <a:pt x="1711665" y="58239"/>
                    </a:lnTo>
                    <a:close/>
                    <a:moveTo>
                      <a:pt x="1669755" y="352561"/>
                    </a:moveTo>
                    <a:lnTo>
                      <a:pt x="1436393" y="101101"/>
                    </a:lnTo>
                    <a:lnTo>
                      <a:pt x="1252560" y="183016"/>
                    </a:lnTo>
                    <a:lnTo>
                      <a:pt x="1468778" y="415426"/>
                    </a:lnTo>
                    <a:close/>
                    <a:moveTo>
                      <a:pt x="1252560" y="183016"/>
                    </a:moveTo>
                    <a:lnTo>
                      <a:pt x="1283993" y="523059"/>
                    </a:lnTo>
                    <a:lnTo>
                      <a:pt x="1465920" y="427809"/>
                    </a:lnTo>
                    <a:lnTo>
                      <a:pt x="1436393" y="101101"/>
                    </a:lnTo>
                    <a:close/>
                    <a:moveTo>
                      <a:pt x="1465920" y="427809"/>
                    </a:moveTo>
                    <a:lnTo>
                      <a:pt x="1173503" y="183016"/>
                    </a:lnTo>
                    <a:lnTo>
                      <a:pt x="1021103" y="303031"/>
                    </a:lnTo>
                    <a:lnTo>
                      <a:pt x="1283993" y="523059"/>
                    </a:lnTo>
                    <a:close/>
                    <a:moveTo>
                      <a:pt x="1021103" y="303031"/>
                    </a:moveTo>
                    <a:lnTo>
                      <a:pt x="1188743" y="645931"/>
                    </a:lnTo>
                    <a:lnTo>
                      <a:pt x="1342095" y="526869"/>
                    </a:lnTo>
                    <a:lnTo>
                      <a:pt x="1173503" y="183016"/>
                    </a:lnTo>
                    <a:close/>
                    <a:moveTo>
                      <a:pt x="1342095" y="526869"/>
                    </a:moveTo>
                    <a:lnTo>
                      <a:pt x="932520" y="172539"/>
                    </a:lnTo>
                    <a:lnTo>
                      <a:pt x="776310" y="290649"/>
                    </a:lnTo>
                    <a:lnTo>
                      <a:pt x="1188743" y="645931"/>
                    </a:lnTo>
                    <a:close/>
                    <a:moveTo>
                      <a:pt x="776310" y="290649"/>
                    </a:moveTo>
                    <a:lnTo>
                      <a:pt x="1038248" y="851671"/>
                    </a:lnTo>
                    <a:lnTo>
                      <a:pt x="1194458" y="735466"/>
                    </a:lnTo>
                    <a:lnTo>
                      <a:pt x="932520" y="172539"/>
                    </a:lnTo>
                    <a:close/>
                    <a:moveTo>
                      <a:pt x="1194458" y="735466"/>
                    </a:moveTo>
                    <a:lnTo>
                      <a:pt x="732495" y="330654"/>
                    </a:lnTo>
                    <a:lnTo>
                      <a:pt x="576285" y="445906"/>
                    </a:lnTo>
                    <a:lnTo>
                      <a:pt x="1038248" y="851671"/>
                    </a:lnTo>
                    <a:close/>
                    <a:moveTo>
                      <a:pt x="576285" y="445906"/>
                    </a:moveTo>
                    <a:lnTo>
                      <a:pt x="765833" y="865008"/>
                    </a:lnTo>
                    <a:lnTo>
                      <a:pt x="931568" y="771661"/>
                    </a:lnTo>
                    <a:lnTo>
                      <a:pt x="732495" y="330654"/>
                    </a:lnTo>
                    <a:close/>
                    <a:moveTo>
                      <a:pt x="931568" y="771661"/>
                    </a:moveTo>
                    <a:lnTo>
                      <a:pt x="758213" y="518296"/>
                    </a:lnTo>
                    <a:lnTo>
                      <a:pt x="578190" y="592591"/>
                    </a:lnTo>
                    <a:lnTo>
                      <a:pt x="765833" y="865008"/>
                    </a:lnTo>
                    <a:close/>
                    <a:moveTo>
                      <a:pt x="578190" y="592591"/>
                    </a:moveTo>
                    <a:lnTo>
                      <a:pt x="652485" y="1003121"/>
                    </a:lnTo>
                    <a:lnTo>
                      <a:pt x="823935" y="881201"/>
                    </a:lnTo>
                    <a:lnTo>
                      <a:pt x="758213" y="518296"/>
                    </a:lnTo>
                    <a:close/>
                    <a:moveTo>
                      <a:pt x="823935" y="881201"/>
                    </a:moveTo>
                    <a:lnTo>
                      <a:pt x="521040" y="710701"/>
                    </a:lnTo>
                    <a:lnTo>
                      <a:pt x="366735" y="843099"/>
                    </a:lnTo>
                    <a:lnTo>
                      <a:pt x="652485" y="1003121"/>
                    </a:lnTo>
                    <a:close/>
                    <a:moveTo>
                      <a:pt x="366735" y="843099"/>
                    </a:moveTo>
                    <a:lnTo>
                      <a:pt x="497228" y="1195526"/>
                    </a:lnTo>
                    <a:lnTo>
                      <a:pt x="664868" y="1098371"/>
                    </a:lnTo>
                    <a:lnTo>
                      <a:pt x="521040" y="710701"/>
                    </a:lnTo>
                    <a:close/>
                    <a:moveTo>
                      <a:pt x="664868" y="1098371"/>
                    </a:moveTo>
                    <a:lnTo>
                      <a:pt x="462938" y="858339"/>
                    </a:lnTo>
                    <a:lnTo>
                      <a:pt x="290535" y="948828"/>
                    </a:lnTo>
                    <a:lnTo>
                      <a:pt x="497228" y="1195526"/>
                    </a:lnTo>
                    <a:close/>
                    <a:moveTo>
                      <a:pt x="290535" y="948828"/>
                    </a:moveTo>
                    <a:lnTo>
                      <a:pt x="420075" y="1411743"/>
                    </a:lnTo>
                    <a:lnTo>
                      <a:pt x="587715" y="1303158"/>
                    </a:lnTo>
                    <a:lnTo>
                      <a:pt x="462938" y="858339"/>
                    </a:lnTo>
                    <a:close/>
                    <a:moveTo>
                      <a:pt x="587715" y="1303158"/>
                    </a:moveTo>
                    <a:lnTo>
                      <a:pt x="308633" y="1075511"/>
                    </a:lnTo>
                    <a:lnTo>
                      <a:pt x="156233" y="1197431"/>
                    </a:lnTo>
                    <a:lnTo>
                      <a:pt x="420075" y="1411743"/>
                    </a:lnTo>
                    <a:close/>
                    <a:moveTo>
                      <a:pt x="156233" y="1197431"/>
                    </a:moveTo>
                    <a:lnTo>
                      <a:pt x="372450" y="1629866"/>
                    </a:lnTo>
                    <a:lnTo>
                      <a:pt x="533423" y="1526043"/>
                    </a:lnTo>
                    <a:lnTo>
                      <a:pt x="308633" y="1075511"/>
                    </a:lnTo>
                    <a:close/>
                    <a:moveTo>
                      <a:pt x="533423" y="1526043"/>
                    </a:moveTo>
                    <a:lnTo>
                      <a:pt x="306728" y="1249818"/>
                    </a:lnTo>
                    <a:lnTo>
                      <a:pt x="131468" y="1337448"/>
                    </a:lnTo>
                    <a:lnTo>
                      <a:pt x="372450" y="1629866"/>
                    </a:lnTo>
                    <a:close/>
                    <a:moveTo>
                      <a:pt x="131468" y="1337448"/>
                    </a:moveTo>
                    <a:lnTo>
                      <a:pt x="263865" y="1870848"/>
                    </a:lnTo>
                    <a:lnTo>
                      <a:pt x="439125" y="1786076"/>
                    </a:lnTo>
                    <a:lnTo>
                      <a:pt x="306728" y="1249818"/>
                    </a:lnTo>
                    <a:close/>
                    <a:moveTo>
                      <a:pt x="439125" y="1786076"/>
                    </a:moveTo>
                    <a:lnTo>
                      <a:pt x="236243" y="1521281"/>
                    </a:lnTo>
                    <a:lnTo>
                      <a:pt x="72413" y="1621293"/>
                    </a:lnTo>
                    <a:lnTo>
                      <a:pt x="263865" y="1870848"/>
                    </a:lnTo>
                    <a:close/>
                    <a:moveTo>
                      <a:pt x="72413" y="1621293"/>
                    </a:moveTo>
                    <a:lnTo>
                      <a:pt x="326730" y="2159456"/>
                    </a:lnTo>
                    <a:lnTo>
                      <a:pt x="476273" y="2029916"/>
                    </a:lnTo>
                    <a:lnTo>
                      <a:pt x="236243" y="1521281"/>
                    </a:lnTo>
                    <a:close/>
                    <a:moveTo>
                      <a:pt x="476273" y="2029916"/>
                    </a:moveTo>
                    <a:lnTo>
                      <a:pt x="166710" y="1824176"/>
                    </a:lnTo>
                    <a:lnTo>
                      <a:pt x="26693" y="1959431"/>
                    </a:lnTo>
                    <a:lnTo>
                      <a:pt x="326730" y="2159456"/>
                    </a:lnTo>
                    <a:close/>
                    <a:moveTo>
                      <a:pt x="26693" y="1959431"/>
                    </a:moveTo>
                    <a:lnTo>
                      <a:pt x="349590" y="2487116"/>
                    </a:lnTo>
                    <a:lnTo>
                      <a:pt x="498180" y="2365196"/>
                    </a:lnTo>
                    <a:lnTo>
                      <a:pt x="166710" y="1824176"/>
                    </a:lnTo>
                    <a:close/>
                    <a:moveTo>
                      <a:pt x="498180" y="2365196"/>
                    </a:moveTo>
                    <a:lnTo>
                      <a:pt x="155280" y="2046108"/>
                    </a:lnTo>
                    <a:lnTo>
                      <a:pt x="23" y="2161361"/>
                    </a:lnTo>
                    <a:lnTo>
                      <a:pt x="349590" y="2487116"/>
                    </a:lnTo>
                    <a:close/>
                    <a:moveTo>
                      <a:pt x="23" y="2161361"/>
                    </a:moveTo>
                    <a:lnTo>
                      <a:pt x="252435" y="2684283"/>
                    </a:lnTo>
                    <a:lnTo>
                      <a:pt x="409598" y="2572841"/>
                    </a:lnTo>
                    <a:lnTo>
                      <a:pt x="155280" y="2046108"/>
                    </a:lnTo>
                    <a:close/>
                    <a:moveTo>
                      <a:pt x="409598" y="2572841"/>
                    </a:moveTo>
                    <a:lnTo>
                      <a:pt x="219098" y="2381388"/>
                    </a:lnTo>
                    <a:lnTo>
                      <a:pt x="83843" y="2515691"/>
                    </a:lnTo>
                    <a:lnTo>
                      <a:pt x="252435" y="2684283"/>
                    </a:lnTo>
                    <a:close/>
                  </a:path>
                </a:pathLst>
              </a:custGeom>
              <a:solidFill>
                <a:srgbClr val="776F30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39219152-46E7-EABF-4D27-C045FC84C999}"/>
                  </a:ext>
                </a:extLst>
              </p:cNvPr>
              <p:cNvSpPr/>
              <p:nvPr/>
            </p:nvSpPr>
            <p:spPr>
              <a:xfrm>
                <a:off x="6871370" y="8096713"/>
                <a:ext cx="697230" cy="768667"/>
              </a:xfrm>
              <a:custGeom>
                <a:avLst/>
                <a:gdLst>
                  <a:gd name="connsiteX0" fmla="*/ 693899 w 697230"/>
                  <a:gd name="connsiteY0" fmla="*/ 531859 h 768667"/>
                  <a:gd name="connsiteX1" fmla="*/ 697709 w 697230"/>
                  <a:gd name="connsiteY1" fmla="*/ 549004 h 768667"/>
                  <a:gd name="connsiteX2" fmla="*/ 484349 w 697230"/>
                  <a:gd name="connsiteY2" fmla="*/ 455659 h 768667"/>
                  <a:gd name="connsiteX3" fmla="*/ 507209 w 697230"/>
                  <a:gd name="connsiteY3" fmla="*/ 569007 h 768667"/>
                  <a:gd name="connsiteX4" fmla="*/ 484349 w 697230"/>
                  <a:gd name="connsiteY4" fmla="*/ 455659 h 768667"/>
                  <a:gd name="connsiteX5" fmla="*/ 197646 w 697230"/>
                  <a:gd name="connsiteY5" fmla="*/ 629014 h 768667"/>
                  <a:gd name="connsiteX6" fmla="*/ 333854 w 697230"/>
                  <a:gd name="connsiteY6" fmla="*/ 769032 h 768667"/>
                  <a:gd name="connsiteX7" fmla="*/ 697709 w 697230"/>
                  <a:gd name="connsiteY7" fmla="*/ 549004 h 768667"/>
                  <a:gd name="connsiteX8" fmla="*/ 333854 w 697230"/>
                  <a:gd name="connsiteY8" fmla="*/ 769032 h 768667"/>
                  <a:gd name="connsiteX9" fmla="*/ 679611 w 697230"/>
                  <a:gd name="connsiteY9" fmla="*/ 243252 h 768667"/>
                  <a:gd name="connsiteX10" fmla="*/ 533879 w 697230"/>
                  <a:gd name="connsiteY10" fmla="*/ 117522 h 768667"/>
                  <a:gd name="connsiteX11" fmla="*/ 197646 w 697230"/>
                  <a:gd name="connsiteY11" fmla="*/ 629014 h 768667"/>
                  <a:gd name="connsiteX12" fmla="*/ 533879 w 697230"/>
                  <a:gd name="connsiteY12" fmla="*/ 117522 h 768667"/>
                  <a:gd name="connsiteX13" fmla="*/ 31911 w 697230"/>
                  <a:gd name="connsiteY13" fmla="*/ 563292 h 768667"/>
                  <a:gd name="connsiteX14" fmla="*/ 184311 w 697230"/>
                  <a:gd name="connsiteY14" fmla="*/ 682354 h 768667"/>
                  <a:gd name="connsiteX15" fmla="*/ 679611 w 697230"/>
                  <a:gd name="connsiteY15" fmla="*/ 243252 h 768667"/>
                  <a:gd name="connsiteX16" fmla="*/ 184311 w 697230"/>
                  <a:gd name="connsiteY16" fmla="*/ 682354 h 768667"/>
                  <a:gd name="connsiteX17" fmla="*/ 479586 w 697230"/>
                  <a:gd name="connsiteY17" fmla="*/ 121332 h 768667"/>
                  <a:gd name="connsiteX18" fmla="*/ 328139 w 697230"/>
                  <a:gd name="connsiteY18" fmla="*/ 364 h 768667"/>
                  <a:gd name="connsiteX19" fmla="*/ 31911 w 697230"/>
                  <a:gd name="connsiteY19" fmla="*/ 563292 h 768667"/>
                  <a:gd name="connsiteX20" fmla="*/ 328139 w 697230"/>
                  <a:gd name="connsiteY20" fmla="*/ 364 h 768667"/>
                  <a:gd name="connsiteX21" fmla="*/ 479 w 697230"/>
                  <a:gd name="connsiteY21" fmla="*/ 286114 h 768667"/>
                  <a:gd name="connsiteX22" fmla="*/ 167166 w 697230"/>
                  <a:gd name="connsiteY22" fmla="*/ 393747 h 768667"/>
                  <a:gd name="connsiteX23" fmla="*/ 479586 w 697230"/>
                  <a:gd name="connsiteY23" fmla="*/ 121332 h 768667"/>
                  <a:gd name="connsiteX24" fmla="*/ 167166 w 697230"/>
                  <a:gd name="connsiteY24" fmla="*/ 393747 h 768667"/>
                  <a:gd name="connsiteX25" fmla="*/ 207171 w 697230"/>
                  <a:gd name="connsiteY25" fmla="*/ 261349 h 768667"/>
                  <a:gd name="connsiteX26" fmla="*/ 25244 w 697230"/>
                  <a:gd name="connsiteY26" fmla="*/ 205152 h 768667"/>
                  <a:gd name="connsiteX27" fmla="*/ 479 w 697230"/>
                  <a:gd name="connsiteY27" fmla="*/ 286114 h 76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97230" h="768667">
                    <a:moveTo>
                      <a:pt x="693899" y="531859"/>
                    </a:moveTo>
                    <a:lnTo>
                      <a:pt x="697709" y="549004"/>
                    </a:lnTo>
                    <a:lnTo>
                      <a:pt x="484349" y="455659"/>
                    </a:lnTo>
                    <a:lnTo>
                      <a:pt x="507209" y="569007"/>
                    </a:lnTo>
                    <a:close/>
                    <a:moveTo>
                      <a:pt x="484349" y="455659"/>
                    </a:moveTo>
                    <a:lnTo>
                      <a:pt x="197646" y="629014"/>
                    </a:lnTo>
                    <a:lnTo>
                      <a:pt x="333854" y="769032"/>
                    </a:lnTo>
                    <a:lnTo>
                      <a:pt x="697709" y="549004"/>
                    </a:lnTo>
                    <a:close/>
                    <a:moveTo>
                      <a:pt x="333854" y="769032"/>
                    </a:moveTo>
                    <a:lnTo>
                      <a:pt x="679611" y="243252"/>
                    </a:lnTo>
                    <a:lnTo>
                      <a:pt x="533879" y="117522"/>
                    </a:lnTo>
                    <a:lnTo>
                      <a:pt x="197646" y="629014"/>
                    </a:lnTo>
                    <a:close/>
                    <a:moveTo>
                      <a:pt x="533879" y="117522"/>
                    </a:moveTo>
                    <a:lnTo>
                      <a:pt x="31911" y="563292"/>
                    </a:lnTo>
                    <a:lnTo>
                      <a:pt x="184311" y="682354"/>
                    </a:lnTo>
                    <a:lnTo>
                      <a:pt x="679611" y="243252"/>
                    </a:lnTo>
                    <a:close/>
                    <a:moveTo>
                      <a:pt x="184311" y="682354"/>
                    </a:moveTo>
                    <a:lnTo>
                      <a:pt x="479586" y="121332"/>
                    </a:lnTo>
                    <a:lnTo>
                      <a:pt x="328139" y="364"/>
                    </a:lnTo>
                    <a:lnTo>
                      <a:pt x="31911" y="563292"/>
                    </a:lnTo>
                    <a:close/>
                    <a:moveTo>
                      <a:pt x="328139" y="364"/>
                    </a:moveTo>
                    <a:lnTo>
                      <a:pt x="479" y="286114"/>
                    </a:lnTo>
                    <a:lnTo>
                      <a:pt x="167166" y="393747"/>
                    </a:lnTo>
                    <a:lnTo>
                      <a:pt x="479586" y="121332"/>
                    </a:lnTo>
                    <a:close/>
                    <a:moveTo>
                      <a:pt x="167166" y="393747"/>
                    </a:moveTo>
                    <a:lnTo>
                      <a:pt x="207171" y="261349"/>
                    </a:lnTo>
                    <a:lnTo>
                      <a:pt x="25244" y="205152"/>
                    </a:lnTo>
                    <a:lnTo>
                      <a:pt x="479" y="286114"/>
                    </a:lnTo>
                    <a:close/>
                  </a:path>
                </a:pathLst>
              </a:custGeom>
              <a:solidFill>
                <a:srgbClr val="60703F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02471F8-1BCF-D99B-2BF4-4F1FB94DEB60}"/>
                  </a:ext>
                </a:extLst>
              </p:cNvPr>
              <p:cNvSpPr/>
              <p:nvPr/>
            </p:nvSpPr>
            <p:spPr>
              <a:xfrm>
                <a:off x="5038760" y="6115511"/>
                <a:ext cx="1352549" cy="3124202"/>
              </a:xfrm>
              <a:custGeom>
                <a:avLst/>
                <a:gdLst>
                  <a:gd name="connsiteX0" fmla="*/ 76486 w 1352549"/>
                  <a:gd name="connsiteY0" fmla="*/ 150 h 3124202"/>
                  <a:gd name="connsiteX1" fmla="*/ 74580 w 1352549"/>
                  <a:gd name="connsiteY1" fmla="*/ 3008 h 3124202"/>
                  <a:gd name="connsiteX2" fmla="*/ 137446 w 1352549"/>
                  <a:gd name="connsiteY2" fmla="*/ 226845 h 3124202"/>
                  <a:gd name="connsiteX3" fmla="*/ 224123 w 1352549"/>
                  <a:gd name="connsiteY3" fmla="*/ 121118 h 3124202"/>
                  <a:gd name="connsiteX4" fmla="*/ 137446 w 1352549"/>
                  <a:gd name="connsiteY4" fmla="*/ 226845 h 3124202"/>
                  <a:gd name="connsiteX5" fmla="*/ 473678 w 1352549"/>
                  <a:gd name="connsiteY5" fmla="*/ 344955 h 3124202"/>
                  <a:gd name="connsiteX6" fmla="*/ 487966 w 1352549"/>
                  <a:gd name="connsiteY6" fmla="*/ 147788 h 3124202"/>
                  <a:gd name="connsiteX7" fmla="*/ 74580 w 1352549"/>
                  <a:gd name="connsiteY7" fmla="*/ 3008 h 3124202"/>
                  <a:gd name="connsiteX8" fmla="*/ 487966 w 1352549"/>
                  <a:gd name="connsiteY8" fmla="*/ 147788 h 3124202"/>
                  <a:gd name="connsiteX9" fmla="*/ 285 w 1352549"/>
                  <a:gd name="connsiteY9" fmla="*/ 242085 h 3124202"/>
                  <a:gd name="connsiteX10" fmla="*/ 5048 w 1352549"/>
                  <a:gd name="connsiteY10" fmla="*/ 435443 h 3124202"/>
                  <a:gd name="connsiteX11" fmla="*/ 473678 w 1352549"/>
                  <a:gd name="connsiteY11" fmla="*/ 344955 h 3124202"/>
                  <a:gd name="connsiteX12" fmla="*/ 5048 w 1352549"/>
                  <a:gd name="connsiteY12" fmla="*/ 435443 h 3124202"/>
                  <a:gd name="connsiteX13" fmla="*/ 731806 w 1352549"/>
                  <a:gd name="connsiteY13" fmla="*/ 541170 h 3124202"/>
                  <a:gd name="connsiteX14" fmla="*/ 744188 w 1352549"/>
                  <a:gd name="connsiteY14" fmla="*/ 350670 h 3124202"/>
                  <a:gd name="connsiteX15" fmla="*/ 285 w 1352549"/>
                  <a:gd name="connsiteY15" fmla="*/ 242085 h 3124202"/>
                  <a:gd name="connsiteX16" fmla="*/ 744188 w 1352549"/>
                  <a:gd name="connsiteY16" fmla="*/ 350670 h 3124202"/>
                  <a:gd name="connsiteX17" fmla="*/ 305086 w 1352549"/>
                  <a:gd name="connsiteY17" fmla="*/ 356385 h 3124202"/>
                  <a:gd name="connsiteX18" fmla="*/ 265081 w 1352549"/>
                  <a:gd name="connsiteY18" fmla="*/ 546885 h 3124202"/>
                  <a:gd name="connsiteX19" fmla="*/ 731806 w 1352549"/>
                  <a:gd name="connsiteY19" fmla="*/ 541170 h 3124202"/>
                  <a:gd name="connsiteX20" fmla="*/ 265081 w 1352549"/>
                  <a:gd name="connsiteY20" fmla="*/ 546885 h 3124202"/>
                  <a:gd name="connsiteX21" fmla="*/ 837533 w 1352549"/>
                  <a:gd name="connsiteY21" fmla="*/ 803108 h 3124202"/>
                  <a:gd name="connsiteX22" fmla="*/ 885158 w 1352549"/>
                  <a:gd name="connsiteY22" fmla="*/ 615465 h 3124202"/>
                  <a:gd name="connsiteX23" fmla="*/ 305086 w 1352549"/>
                  <a:gd name="connsiteY23" fmla="*/ 356385 h 3124202"/>
                  <a:gd name="connsiteX24" fmla="*/ 885158 w 1352549"/>
                  <a:gd name="connsiteY24" fmla="*/ 615465 h 3124202"/>
                  <a:gd name="connsiteX25" fmla="*/ 558451 w 1352549"/>
                  <a:gd name="connsiteY25" fmla="*/ 589748 h 3124202"/>
                  <a:gd name="connsiteX26" fmla="*/ 512731 w 1352549"/>
                  <a:gd name="connsiteY26" fmla="*/ 777390 h 3124202"/>
                  <a:gd name="connsiteX27" fmla="*/ 837533 w 1352549"/>
                  <a:gd name="connsiteY27" fmla="*/ 803108 h 3124202"/>
                  <a:gd name="connsiteX28" fmla="*/ 512731 w 1352549"/>
                  <a:gd name="connsiteY28" fmla="*/ 777390 h 3124202"/>
                  <a:gd name="connsiteX29" fmla="*/ 958501 w 1352549"/>
                  <a:gd name="connsiteY29" fmla="*/ 966940 h 3124202"/>
                  <a:gd name="connsiteX30" fmla="*/ 991838 w 1352549"/>
                  <a:gd name="connsiteY30" fmla="*/ 773580 h 3124202"/>
                  <a:gd name="connsiteX31" fmla="*/ 558451 w 1352549"/>
                  <a:gd name="connsiteY31" fmla="*/ 589748 h 3124202"/>
                  <a:gd name="connsiteX32" fmla="*/ 991838 w 1352549"/>
                  <a:gd name="connsiteY32" fmla="*/ 773580 h 3124202"/>
                  <a:gd name="connsiteX33" fmla="*/ 702278 w 1352549"/>
                  <a:gd name="connsiteY33" fmla="*/ 793583 h 3124202"/>
                  <a:gd name="connsiteX34" fmla="*/ 666083 w 1352549"/>
                  <a:gd name="connsiteY34" fmla="*/ 986943 h 3124202"/>
                  <a:gd name="connsiteX35" fmla="*/ 958501 w 1352549"/>
                  <a:gd name="connsiteY35" fmla="*/ 966940 h 3124202"/>
                  <a:gd name="connsiteX36" fmla="*/ 666083 w 1352549"/>
                  <a:gd name="connsiteY36" fmla="*/ 986943 h 3124202"/>
                  <a:gd name="connsiteX37" fmla="*/ 1068038 w 1352549"/>
                  <a:gd name="connsiteY37" fmla="*/ 1171728 h 3124202"/>
                  <a:gd name="connsiteX38" fmla="*/ 1091851 w 1352549"/>
                  <a:gd name="connsiteY38" fmla="*/ 973608 h 3124202"/>
                  <a:gd name="connsiteX39" fmla="*/ 702278 w 1352549"/>
                  <a:gd name="connsiteY39" fmla="*/ 793583 h 3124202"/>
                  <a:gd name="connsiteX40" fmla="*/ 1091851 w 1352549"/>
                  <a:gd name="connsiteY40" fmla="*/ 973608 h 3124202"/>
                  <a:gd name="connsiteX41" fmla="*/ 839438 w 1352549"/>
                  <a:gd name="connsiteY41" fmla="*/ 1022185 h 3124202"/>
                  <a:gd name="connsiteX42" fmla="*/ 805148 w 1352549"/>
                  <a:gd name="connsiteY42" fmla="*/ 1223163 h 3124202"/>
                  <a:gd name="connsiteX43" fmla="*/ 1068038 w 1352549"/>
                  <a:gd name="connsiteY43" fmla="*/ 1171728 h 3124202"/>
                  <a:gd name="connsiteX44" fmla="*/ 805148 w 1352549"/>
                  <a:gd name="connsiteY44" fmla="*/ 1223163 h 3124202"/>
                  <a:gd name="connsiteX45" fmla="*/ 1151858 w 1352549"/>
                  <a:gd name="connsiteY45" fmla="*/ 1423188 h 3124202"/>
                  <a:gd name="connsiteX46" fmla="*/ 1207103 w 1352549"/>
                  <a:gd name="connsiteY46" fmla="*/ 1235545 h 3124202"/>
                  <a:gd name="connsiteX47" fmla="*/ 839438 w 1352549"/>
                  <a:gd name="connsiteY47" fmla="*/ 1022185 h 3124202"/>
                  <a:gd name="connsiteX48" fmla="*/ 1207103 w 1352549"/>
                  <a:gd name="connsiteY48" fmla="*/ 1235545 h 3124202"/>
                  <a:gd name="connsiteX49" fmla="*/ 873728 w 1352549"/>
                  <a:gd name="connsiteY49" fmla="*/ 1219353 h 3124202"/>
                  <a:gd name="connsiteX50" fmla="*/ 840391 w 1352549"/>
                  <a:gd name="connsiteY50" fmla="*/ 1408900 h 3124202"/>
                  <a:gd name="connsiteX51" fmla="*/ 1151858 w 1352549"/>
                  <a:gd name="connsiteY51" fmla="*/ 1423188 h 3124202"/>
                  <a:gd name="connsiteX52" fmla="*/ 840391 w 1352549"/>
                  <a:gd name="connsiteY52" fmla="*/ 1408900 h 3124202"/>
                  <a:gd name="connsiteX53" fmla="*/ 1318546 w 1352549"/>
                  <a:gd name="connsiteY53" fmla="*/ 1560348 h 3124202"/>
                  <a:gd name="connsiteX54" fmla="*/ 1340453 w 1352549"/>
                  <a:gd name="connsiteY54" fmla="*/ 1366990 h 3124202"/>
                  <a:gd name="connsiteX55" fmla="*/ 873728 w 1352549"/>
                  <a:gd name="connsiteY55" fmla="*/ 1219353 h 3124202"/>
                  <a:gd name="connsiteX56" fmla="*/ 1340453 w 1352549"/>
                  <a:gd name="connsiteY56" fmla="*/ 1366990 h 3124202"/>
                  <a:gd name="connsiteX57" fmla="*/ 692753 w 1352549"/>
                  <a:gd name="connsiteY57" fmla="*/ 1419378 h 3124202"/>
                  <a:gd name="connsiteX58" fmla="*/ 677513 w 1352549"/>
                  <a:gd name="connsiteY58" fmla="*/ 1611783 h 3124202"/>
                  <a:gd name="connsiteX59" fmla="*/ 1318546 w 1352549"/>
                  <a:gd name="connsiteY59" fmla="*/ 1560348 h 3124202"/>
                  <a:gd name="connsiteX60" fmla="*/ 677513 w 1352549"/>
                  <a:gd name="connsiteY60" fmla="*/ 1611783 h 3124202"/>
                  <a:gd name="connsiteX61" fmla="*/ 1339501 w 1352549"/>
                  <a:gd name="connsiteY61" fmla="*/ 1772756 h 3124202"/>
                  <a:gd name="connsiteX62" fmla="*/ 1352836 w 1352549"/>
                  <a:gd name="connsiteY62" fmla="*/ 1580350 h 3124202"/>
                  <a:gd name="connsiteX63" fmla="*/ 692753 w 1352549"/>
                  <a:gd name="connsiteY63" fmla="*/ 1419378 h 3124202"/>
                  <a:gd name="connsiteX64" fmla="*/ 1352836 w 1352549"/>
                  <a:gd name="connsiteY64" fmla="*/ 1580350 h 3124202"/>
                  <a:gd name="connsiteX65" fmla="*/ 722281 w 1352549"/>
                  <a:gd name="connsiteY65" fmla="*/ 1644168 h 3124202"/>
                  <a:gd name="connsiteX66" fmla="*/ 697516 w 1352549"/>
                  <a:gd name="connsiteY66" fmla="*/ 1838478 h 3124202"/>
                  <a:gd name="connsiteX67" fmla="*/ 1339501 w 1352549"/>
                  <a:gd name="connsiteY67" fmla="*/ 1772756 h 3124202"/>
                  <a:gd name="connsiteX68" fmla="*/ 697516 w 1352549"/>
                  <a:gd name="connsiteY68" fmla="*/ 1838478 h 3124202"/>
                  <a:gd name="connsiteX69" fmla="*/ 1186148 w 1352549"/>
                  <a:gd name="connsiteY69" fmla="*/ 2020406 h 3124202"/>
                  <a:gd name="connsiteX70" fmla="*/ 1209008 w 1352549"/>
                  <a:gd name="connsiteY70" fmla="*/ 1826095 h 3124202"/>
                  <a:gd name="connsiteX71" fmla="*/ 722281 w 1352549"/>
                  <a:gd name="connsiteY71" fmla="*/ 1644168 h 3124202"/>
                  <a:gd name="connsiteX72" fmla="*/ 1209008 w 1352549"/>
                  <a:gd name="connsiteY72" fmla="*/ 1826095 h 3124202"/>
                  <a:gd name="connsiteX73" fmla="*/ 879443 w 1352549"/>
                  <a:gd name="connsiteY73" fmla="*/ 1865148 h 3124202"/>
                  <a:gd name="connsiteX74" fmla="*/ 831818 w 1352549"/>
                  <a:gd name="connsiteY74" fmla="*/ 2062315 h 3124202"/>
                  <a:gd name="connsiteX75" fmla="*/ 1186148 w 1352549"/>
                  <a:gd name="connsiteY75" fmla="*/ 2020406 h 3124202"/>
                  <a:gd name="connsiteX76" fmla="*/ 831818 w 1352549"/>
                  <a:gd name="connsiteY76" fmla="*/ 2062315 h 3124202"/>
                  <a:gd name="connsiteX77" fmla="*/ 1060418 w 1352549"/>
                  <a:gd name="connsiteY77" fmla="*/ 2218526 h 3124202"/>
                  <a:gd name="connsiteX78" fmla="*/ 1110901 w 1352549"/>
                  <a:gd name="connsiteY78" fmla="*/ 2022311 h 3124202"/>
                  <a:gd name="connsiteX79" fmla="*/ 879443 w 1352549"/>
                  <a:gd name="connsiteY79" fmla="*/ 1865148 h 3124202"/>
                  <a:gd name="connsiteX80" fmla="*/ 1110901 w 1352549"/>
                  <a:gd name="connsiteY80" fmla="*/ 2022311 h 3124202"/>
                  <a:gd name="connsiteX81" fmla="*/ 841343 w 1352549"/>
                  <a:gd name="connsiteY81" fmla="*/ 2048028 h 3124202"/>
                  <a:gd name="connsiteX82" fmla="*/ 779431 w 1352549"/>
                  <a:gd name="connsiteY82" fmla="*/ 2245196 h 3124202"/>
                  <a:gd name="connsiteX83" fmla="*/ 1060418 w 1352549"/>
                  <a:gd name="connsiteY83" fmla="*/ 2218526 h 3124202"/>
                  <a:gd name="connsiteX84" fmla="*/ 779431 w 1352549"/>
                  <a:gd name="connsiteY84" fmla="*/ 2245196 h 3124202"/>
                  <a:gd name="connsiteX85" fmla="*/ 984218 w 1352549"/>
                  <a:gd name="connsiteY85" fmla="*/ 2420456 h 3124202"/>
                  <a:gd name="connsiteX86" fmla="*/ 1052798 w 1352549"/>
                  <a:gd name="connsiteY86" fmla="*/ 2228051 h 3124202"/>
                  <a:gd name="connsiteX87" fmla="*/ 841343 w 1352549"/>
                  <a:gd name="connsiteY87" fmla="*/ 2048028 h 3124202"/>
                  <a:gd name="connsiteX88" fmla="*/ 1052798 w 1352549"/>
                  <a:gd name="connsiteY88" fmla="*/ 2228051 h 3124202"/>
                  <a:gd name="connsiteX89" fmla="*/ 693706 w 1352549"/>
                  <a:gd name="connsiteY89" fmla="*/ 2237576 h 3124202"/>
                  <a:gd name="connsiteX90" fmla="*/ 628935 w 1352549"/>
                  <a:gd name="connsiteY90" fmla="*/ 2429981 h 3124202"/>
                  <a:gd name="connsiteX91" fmla="*/ 984218 w 1352549"/>
                  <a:gd name="connsiteY91" fmla="*/ 2420456 h 3124202"/>
                  <a:gd name="connsiteX92" fmla="*/ 628935 w 1352549"/>
                  <a:gd name="connsiteY92" fmla="*/ 2429981 h 3124202"/>
                  <a:gd name="connsiteX93" fmla="*/ 887063 w 1352549"/>
                  <a:gd name="connsiteY93" fmla="*/ 2639531 h 3124202"/>
                  <a:gd name="connsiteX94" fmla="*/ 945166 w 1352549"/>
                  <a:gd name="connsiteY94" fmla="*/ 2441410 h 3124202"/>
                  <a:gd name="connsiteX95" fmla="*/ 693706 w 1352549"/>
                  <a:gd name="connsiteY95" fmla="*/ 2237576 h 3124202"/>
                  <a:gd name="connsiteX96" fmla="*/ 945166 w 1352549"/>
                  <a:gd name="connsiteY96" fmla="*/ 2441410 h 3124202"/>
                  <a:gd name="connsiteX97" fmla="*/ 492728 w 1352549"/>
                  <a:gd name="connsiteY97" fmla="*/ 2490941 h 3124202"/>
                  <a:gd name="connsiteX98" fmla="*/ 423196 w 1352549"/>
                  <a:gd name="connsiteY98" fmla="*/ 2690013 h 3124202"/>
                  <a:gd name="connsiteX99" fmla="*/ 887063 w 1352549"/>
                  <a:gd name="connsiteY99" fmla="*/ 2639531 h 3124202"/>
                  <a:gd name="connsiteX100" fmla="*/ 423196 w 1352549"/>
                  <a:gd name="connsiteY100" fmla="*/ 2690013 h 3124202"/>
                  <a:gd name="connsiteX101" fmla="*/ 611791 w 1352549"/>
                  <a:gd name="connsiteY101" fmla="*/ 2877656 h 3124202"/>
                  <a:gd name="connsiteX102" fmla="*/ 686085 w 1352549"/>
                  <a:gd name="connsiteY102" fmla="*/ 2682393 h 3124202"/>
                  <a:gd name="connsiteX103" fmla="*/ 492728 w 1352549"/>
                  <a:gd name="connsiteY103" fmla="*/ 2490941 h 3124202"/>
                  <a:gd name="connsiteX104" fmla="*/ 686085 w 1352549"/>
                  <a:gd name="connsiteY104" fmla="*/ 2682393 h 3124202"/>
                  <a:gd name="connsiteX105" fmla="*/ 135541 w 1352549"/>
                  <a:gd name="connsiteY105" fmla="*/ 2716683 h 3124202"/>
                  <a:gd name="connsiteX106" fmla="*/ 78391 w 1352549"/>
                  <a:gd name="connsiteY106" fmla="*/ 2911946 h 3124202"/>
                  <a:gd name="connsiteX107" fmla="*/ 611791 w 1352549"/>
                  <a:gd name="connsiteY107" fmla="*/ 2877656 h 3124202"/>
                  <a:gd name="connsiteX108" fmla="*/ 78391 w 1352549"/>
                  <a:gd name="connsiteY108" fmla="*/ 2911946 h 3124202"/>
                  <a:gd name="connsiteX109" fmla="*/ 342233 w 1352549"/>
                  <a:gd name="connsiteY109" fmla="*/ 3106256 h 3124202"/>
                  <a:gd name="connsiteX110" fmla="*/ 393668 w 1352549"/>
                  <a:gd name="connsiteY110" fmla="*/ 2908135 h 3124202"/>
                  <a:gd name="connsiteX111" fmla="*/ 135541 w 1352549"/>
                  <a:gd name="connsiteY111" fmla="*/ 2716683 h 3124202"/>
                  <a:gd name="connsiteX112" fmla="*/ 393668 w 1352549"/>
                  <a:gd name="connsiteY112" fmla="*/ 2908135 h 3124202"/>
                  <a:gd name="connsiteX113" fmla="*/ 182213 w 1352549"/>
                  <a:gd name="connsiteY113" fmla="*/ 2935758 h 3124202"/>
                  <a:gd name="connsiteX114" fmla="*/ 206978 w 1352549"/>
                  <a:gd name="connsiteY114" fmla="*/ 3124353 h 3124202"/>
                  <a:gd name="connsiteX115" fmla="*/ 342233 w 1352549"/>
                  <a:gd name="connsiteY115" fmla="*/ 3106256 h 312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352549" h="3124202">
                    <a:moveTo>
                      <a:pt x="76486" y="150"/>
                    </a:moveTo>
                    <a:lnTo>
                      <a:pt x="74580" y="3008"/>
                    </a:lnTo>
                    <a:lnTo>
                      <a:pt x="137446" y="226845"/>
                    </a:lnTo>
                    <a:lnTo>
                      <a:pt x="224123" y="121118"/>
                    </a:lnTo>
                    <a:close/>
                    <a:moveTo>
                      <a:pt x="137446" y="226845"/>
                    </a:moveTo>
                    <a:lnTo>
                      <a:pt x="473678" y="344955"/>
                    </a:lnTo>
                    <a:lnTo>
                      <a:pt x="487966" y="147788"/>
                    </a:lnTo>
                    <a:lnTo>
                      <a:pt x="74580" y="3008"/>
                    </a:lnTo>
                    <a:close/>
                    <a:moveTo>
                      <a:pt x="487966" y="147788"/>
                    </a:moveTo>
                    <a:lnTo>
                      <a:pt x="285" y="242085"/>
                    </a:lnTo>
                    <a:lnTo>
                      <a:pt x="5048" y="435443"/>
                    </a:lnTo>
                    <a:lnTo>
                      <a:pt x="473678" y="344955"/>
                    </a:lnTo>
                    <a:close/>
                    <a:moveTo>
                      <a:pt x="5048" y="435443"/>
                    </a:moveTo>
                    <a:lnTo>
                      <a:pt x="731806" y="541170"/>
                    </a:lnTo>
                    <a:lnTo>
                      <a:pt x="744188" y="350670"/>
                    </a:lnTo>
                    <a:lnTo>
                      <a:pt x="285" y="242085"/>
                    </a:lnTo>
                    <a:close/>
                    <a:moveTo>
                      <a:pt x="744188" y="350670"/>
                    </a:moveTo>
                    <a:lnTo>
                      <a:pt x="305086" y="356385"/>
                    </a:lnTo>
                    <a:lnTo>
                      <a:pt x="265081" y="546885"/>
                    </a:lnTo>
                    <a:lnTo>
                      <a:pt x="731806" y="541170"/>
                    </a:lnTo>
                    <a:close/>
                    <a:moveTo>
                      <a:pt x="265081" y="546885"/>
                    </a:moveTo>
                    <a:lnTo>
                      <a:pt x="837533" y="803108"/>
                    </a:lnTo>
                    <a:lnTo>
                      <a:pt x="885158" y="615465"/>
                    </a:lnTo>
                    <a:lnTo>
                      <a:pt x="305086" y="356385"/>
                    </a:lnTo>
                    <a:close/>
                    <a:moveTo>
                      <a:pt x="885158" y="615465"/>
                    </a:moveTo>
                    <a:lnTo>
                      <a:pt x="558451" y="589748"/>
                    </a:lnTo>
                    <a:lnTo>
                      <a:pt x="512731" y="777390"/>
                    </a:lnTo>
                    <a:lnTo>
                      <a:pt x="837533" y="803108"/>
                    </a:lnTo>
                    <a:close/>
                    <a:moveTo>
                      <a:pt x="512731" y="777390"/>
                    </a:moveTo>
                    <a:lnTo>
                      <a:pt x="958501" y="966940"/>
                    </a:lnTo>
                    <a:lnTo>
                      <a:pt x="991838" y="773580"/>
                    </a:lnTo>
                    <a:lnTo>
                      <a:pt x="558451" y="589748"/>
                    </a:lnTo>
                    <a:close/>
                    <a:moveTo>
                      <a:pt x="991838" y="773580"/>
                    </a:moveTo>
                    <a:lnTo>
                      <a:pt x="702278" y="793583"/>
                    </a:lnTo>
                    <a:lnTo>
                      <a:pt x="666083" y="986943"/>
                    </a:lnTo>
                    <a:lnTo>
                      <a:pt x="958501" y="966940"/>
                    </a:lnTo>
                    <a:close/>
                    <a:moveTo>
                      <a:pt x="666083" y="986943"/>
                    </a:moveTo>
                    <a:lnTo>
                      <a:pt x="1068038" y="1171728"/>
                    </a:lnTo>
                    <a:lnTo>
                      <a:pt x="1091851" y="973608"/>
                    </a:lnTo>
                    <a:lnTo>
                      <a:pt x="702278" y="793583"/>
                    </a:lnTo>
                    <a:close/>
                    <a:moveTo>
                      <a:pt x="1091851" y="973608"/>
                    </a:moveTo>
                    <a:lnTo>
                      <a:pt x="839438" y="1022185"/>
                    </a:lnTo>
                    <a:lnTo>
                      <a:pt x="805148" y="1223163"/>
                    </a:lnTo>
                    <a:lnTo>
                      <a:pt x="1068038" y="1171728"/>
                    </a:lnTo>
                    <a:close/>
                    <a:moveTo>
                      <a:pt x="805148" y="1223163"/>
                    </a:moveTo>
                    <a:lnTo>
                      <a:pt x="1151858" y="1423188"/>
                    </a:lnTo>
                    <a:lnTo>
                      <a:pt x="1207103" y="1235545"/>
                    </a:lnTo>
                    <a:lnTo>
                      <a:pt x="839438" y="1022185"/>
                    </a:lnTo>
                    <a:close/>
                    <a:moveTo>
                      <a:pt x="1207103" y="1235545"/>
                    </a:moveTo>
                    <a:lnTo>
                      <a:pt x="873728" y="1219353"/>
                    </a:lnTo>
                    <a:lnTo>
                      <a:pt x="840391" y="1408900"/>
                    </a:lnTo>
                    <a:lnTo>
                      <a:pt x="1151858" y="1423188"/>
                    </a:lnTo>
                    <a:close/>
                    <a:moveTo>
                      <a:pt x="840391" y="1408900"/>
                    </a:moveTo>
                    <a:lnTo>
                      <a:pt x="1318546" y="1560348"/>
                    </a:lnTo>
                    <a:lnTo>
                      <a:pt x="1340453" y="1366990"/>
                    </a:lnTo>
                    <a:lnTo>
                      <a:pt x="873728" y="1219353"/>
                    </a:lnTo>
                    <a:close/>
                    <a:moveTo>
                      <a:pt x="1340453" y="1366990"/>
                    </a:moveTo>
                    <a:lnTo>
                      <a:pt x="692753" y="1419378"/>
                    </a:lnTo>
                    <a:lnTo>
                      <a:pt x="677513" y="1611783"/>
                    </a:lnTo>
                    <a:lnTo>
                      <a:pt x="1318546" y="1560348"/>
                    </a:lnTo>
                    <a:close/>
                    <a:moveTo>
                      <a:pt x="677513" y="1611783"/>
                    </a:moveTo>
                    <a:lnTo>
                      <a:pt x="1339501" y="1772756"/>
                    </a:lnTo>
                    <a:lnTo>
                      <a:pt x="1352836" y="1580350"/>
                    </a:lnTo>
                    <a:lnTo>
                      <a:pt x="692753" y="1419378"/>
                    </a:lnTo>
                    <a:close/>
                    <a:moveTo>
                      <a:pt x="1352836" y="1580350"/>
                    </a:moveTo>
                    <a:lnTo>
                      <a:pt x="722281" y="1644168"/>
                    </a:lnTo>
                    <a:lnTo>
                      <a:pt x="697516" y="1838478"/>
                    </a:lnTo>
                    <a:lnTo>
                      <a:pt x="1339501" y="1772756"/>
                    </a:lnTo>
                    <a:close/>
                    <a:moveTo>
                      <a:pt x="697516" y="1838478"/>
                    </a:moveTo>
                    <a:lnTo>
                      <a:pt x="1186148" y="2020406"/>
                    </a:lnTo>
                    <a:lnTo>
                      <a:pt x="1209008" y="1826095"/>
                    </a:lnTo>
                    <a:lnTo>
                      <a:pt x="722281" y="1644168"/>
                    </a:lnTo>
                    <a:close/>
                    <a:moveTo>
                      <a:pt x="1209008" y="1826095"/>
                    </a:moveTo>
                    <a:lnTo>
                      <a:pt x="879443" y="1865148"/>
                    </a:lnTo>
                    <a:lnTo>
                      <a:pt x="831818" y="2062315"/>
                    </a:lnTo>
                    <a:lnTo>
                      <a:pt x="1186148" y="2020406"/>
                    </a:lnTo>
                    <a:close/>
                    <a:moveTo>
                      <a:pt x="831818" y="2062315"/>
                    </a:moveTo>
                    <a:lnTo>
                      <a:pt x="1060418" y="2218526"/>
                    </a:lnTo>
                    <a:lnTo>
                      <a:pt x="1110901" y="2022311"/>
                    </a:lnTo>
                    <a:lnTo>
                      <a:pt x="879443" y="1865148"/>
                    </a:lnTo>
                    <a:close/>
                    <a:moveTo>
                      <a:pt x="1110901" y="2022311"/>
                    </a:moveTo>
                    <a:lnTo>
                      <a:pt x="841343" y="2048028"/>
                    </a:lnTo>
                    <a:lnTo>
                      <a:pt x="779431" y="2245196"/>
                    </a:lnTo>
                    <a:lnTo>
                      <a:pt x="1060418" y="2218526"/>
                    </a:lnTo>
                    <a:close/>
                    <a:moveTo>
                      <a:pt x="779431" y="2245196"/>
                    </a:moveTo>
                    <a:lnTo>
                      <a:pt x="984218" y="2420456"/>
                    </a:lnTo>
                    <a:lnTo>
                      <a:pt x="1052798" y="2228051"/>
                    </a:lnTo>
                    <a:lnTo>
                      <a:pt x="841343" y="2048028"/>
                    </a:lnTo>
                    <a:close/>
                    <a:moveTo>
                      <a:pt x="1052798" y="2228051"/>
                    </a:moveTo>
                    <a:lnTo>
                      <a:pt x="693706" y="2237576"/>
                    </a:lnTo>
                    <a:lnTo>
                      <a:pt x="628935" y="2429981"/>
                    </a:lnTo>
                    <a:lnTo>
                      <a:pt x="984218" y="2420456"/>
                    </a:lnTo>
                    <a:close/>
                    <a:moveTo>
                      <a:pt x="628935" y="2429981"/>
                    </a:moveTo>
                    <a:lnTo>
                      <a:pt x="887063" y="2639531"/>
                    </a:lnTo>
                    <a:lnTo>
                      <a:pt x="945166" y="2441410"/>
                    </a:lnTo>
                    <a:lnTo>
                      <a:pt x="693706" y="2237576"/>
                    </a:lnTo>
                    <a:close/>
                    <a:moveTo>
                      <a:pt x="945166" y="2441410"/>
                    </a:moveTo>
                    <a:lnTo>
                      <a:pt x="492728" y="2490941"/>
                    </a:lnTo>
                    <a:lnTo>
                      <a:pt x="423196" y="2690013"/>
                    </a:lnTo>
                    <a:lnTo>
                      <a:pt x="887063" y="2639531"/>
                    </a:lnTo>
                    <a:close/>
                    <a:moveTo>
                      <a:pt x="423196" y="2690013"/>
                    </a:moveTo>
                    <a:lnTo>
                      <a:pt x="611791" y="2877656"/>
                    </a:lnTo>
                    <a:lnTo>
                      <a:pt x="686085" y="2682393"/>
                    </a:lnTo>
                    <a:lnTo>
                      <a:pt x="492728" y="2490941"/>
                    </a:lnTo>
                    <a:close/>
                    <a:moveTo>
                      <a:pt x="686085" y="2682393"/>
                    </a:moveTo>
                    <a:lnTo>
                      <a:pt x="135541" y="2716683"/>
                    </a:lnTo>
                    <a:lnTo>
                      <a:pt x="78391" y="2911946"/>
                    </a:lnTo>
                    <a:lnTo>
                      <a:pt x="611791" y="2877656"/>
                    </a:lnTo>
                    <a:close/>
                    <a:moveTo>
                      <a:pt x="78391" y="2911946"/>
                    </a:moveTo>
                    <a:lnTo>
                      <a:pt x="342233" y="3106256"/>
                    </a:lnTo>
                    <a:lnTo>
                      <a:pt x="393668" y="2908135"/>
                    </a:lnTo>
                    <a:lnTo>
                      <a:pt x="135541" y="2716683"/>
                    </a:lnTo>
                    <a:close/>
                    <a:moveTo>
                      <a:pt x="393668" y="2908135"/>
                    </a:moveTo>
                    <a:lnTo>
                      <a:pt x="182213" y="2935758"/>
                    </a:lnTo>
                    <a:lnTo>
                      <a:pt x="206978" y="3124353"/>
                    </a:lnTo>
                    <a:lnTo>
                      <a:pt x="342233" y="3106256"/>
                    </a:lnTo>
                    <a:close/>
                  </a:path>
                </a:pathLst>
              </a:custGeom>
              <a:solidFill>
                <a:srgbClr val="60703F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D81B911-6AA5-5142-145A-AE16D558ED0C}"/>
                  </a:ext>
                </a:extLst>
              </p:cNvPr>
              <p:cNvSpPr/>
              <p:nvPr/>
            </p:nvSpPr>
            <p:spPr>
              <a:xfrm>
                <a:off x="6843748" y="7360431"/>
                <a:ext cx="719137" cy="693420"/>
              </a:xfrm>
              <a:custGeom>
                <a:avLst/>
                <a:gdLst>
                  <a:gd name="connsiteX0" fmla="*/ 591029 w 719137"/>
                  <a:gd name="connsiteY0" fmla="*/ 591783 h 693420"/>
                  <a:gd name="connsiteX1" fmla="*/ 709139 w 719137"/>
                  <a:gd name="connsiteY1" fmla="*/ 545110 h 693420"/>
                  <a:gd name="connsiteX2" fmla="*/ 631034 w 719137"/>
                  <a:gd name="connsiteY2" fmla="*/ 370803 h 693420"/>
                  <a:gd name="connsiteX3" fmla="*/ 520544 w 719137"/>
                  <a:gd name="connsiteY3" fmla="*/ 415570 h 693420"/>
                  <a:gd name="connsiteX4" fmla="*/ 631034 w 719137"/>
                  <a:gd name="connsiteY4" fmla="*/ 370803 h 693420"/>
                  <a:gd name="connsiteX5" fmla="*/ 276704 w 719137"/>
                  <a:gd name="connsiteY5" fmla="*/ 547015 h 693420"/>
                  <a:gd name="connsiteX6" fmla="*/ 408149 w 719137"/>
                  <a:gd name="connsiteY6" fmla="*/ 693700 h 693420"/>
                  <a:gd name="connsiteX7" fmla="*/ 709139 w 719137"/>
                  <a:gd name="connsiteY7" fmla="*/ 545110 h 693420"/>
                  <a:gd name="connsiteX8" fmla="*/ 408149 w 719137"/>
                  <a:gd name="connsiteY8" fmla="*/ 693700 h 693420"/>
                  <a:gd name="connsiteX9" fmla="*/ 719616 w 719137"/>
                  <a:gd name="connsiteY9" fmla="*/ 206973 h 693420"/>
                  <a:gd name="connsiteX10" fmla="*/ 577694 w 719137"/>
                  <a:gd name="connsiteY10" fmla="*/ 76480 h 693420"/>
                  <a:gd name="connsiteX11" fmla="*/ 276704 w 719137"/>
                  <a:gd name="connsiteY11" fmla="*/ 547015 h 693420"/>
                  <a:gd name="connsiteX12" fmla="*/ 577694 w 719137"/>
                  <a:gd name="connsiteY12" fmla="*/ 76480 h 693420"/>
                  <a:gd name="connsiteX13" fmla="*/ 77631 w 719137"/>
                  <a:gd name="connsiteY13" fmla="*/ 459385 h 693420"/>
                  <a:gd name="connsiteX14" fmla="*/ 214791 w 719137"/>
                  <a:gd name="connsiteY14" fmla="*/ 593688 h 693420"/>
                  <a:gd name="connsiteX15" fmla="*/ 719616 w 719137"/>
                  <a:gd name="connsiteY15" fmla="*/ 206973 h 693420"/>
                  <a:gd name="connsiteX16" fmla="*/ 214791 w 719137"/>
                  <a:gd name="connsiteY16" fmla="*/ 593688 h 693420"/>
                  <a:gd name="connsiteX17" fmla="*/ 545309 w 719137"/>
                  <a:gd name="connsiteY17" fmla="*/ 146965 h 693420"/>
                  <a:gd name="connsiteX18" fmla="*/ 416721 w 719137"/>
                  <a:gd name="connsiteY18" fmla="*/ 280 h 693420"/>
                  <a:gd name="connsiteX19" fmla="*/ 77631 w 719137"/>
                  <a:gd name="connsiteY19" fmla="*/ 459385 h 693420"/>
                  <a:gd name="connsiteX20" fmla="*/ 416721 w 719137"/>
                  <a:gd name="connsiteY20" fmla="*/ 280 h 693420"/>
                  <a:gd name="connsiteX21" fmla="*/ 479 w 719137"/>
                  <a:gd name="connsiteY21" fmla="*/ 230785 h 693420"/>
                  <a:gd name="connsiteX22" fmla="*/ 142401 w 719137"/>
                  <a:gd name="connsiteY22" fmla="*/ 369850 h 693420"/>
                  <a:gd name="connsiteX23" fmla="*/ 545309 w 719137"/>
                  <a:gd name="connsiteY23" fmla="*/ 146965 h 693420"/>
                  <a:gd name="connsiteX24" fmla="*/ 142401 w 719137"/>
                  <a:gd name="connsiteY24" fmla="*/ 369850 h 693420"/>
                  <a:gd name="connsiteX25" fmla="*/ 274799 w 719137"/>
                  <a:gd name="connsiteY25" fmla="*/ 121248 h 693420"/>
                  <a:gd name="connsiteX26" fmla="*/ 107159 w 719137"/>
                  <a:gd name="connsiteY26" fmla="*/ 30760 h 693420"/>
                  <a:gd name="connsiteX27" fmla="*/ 479 w 719137"/>
                  <a:gd name="connsiteY27" fmla="*/ 230785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9137" h="693420">
                    <a:moveTo>
                      <a:pt x="591029" y="591783"/>
                    </a:moveTo>
                    <a:lnTo>
                      <a:pt x="709139" y="545110"/>
                    </a:lnTo>
                    <a:lnTo>
                      <a:pt x="631034" y="370803"/>
                    </a:lnTo>
                    <a:lnTo>
                      <a:pt x="520544" y="415570"/>
                    </a:lnTo>
                    <a:close/>
                    <a:moveTo>
                      <a:pt x="631034" y="370803"/>
                    </a:moveTo>
                    <a:lnTo>
                      <a:pt x="276704" y="547015"/>
                    </a:lnTo>
                    <a:lnTo>
                      <a:pt x="408149" y="693700"/>
                    </a:lnTo>
                    <a:lnTo>
                      <a:pt x="709139" y="545110"/>
                    </a:lnTo>
                    <a:close/>
                    <a:moveTo>
                      <a:pt x="408149" y="693700"/>
                    </a:moveTo>
                    <a:lnTo>
                      <a:pt x="719616" y="206973"/>
                    </a:lnTo>
                    <a:lnTo>
                      <a:pt x="577694" y="76480"/>
                    </a:lnTo>
                    <a:lnTo>
                      <a:pt x="276704" y="547015"/>
                    </a:lnTo>
                    <a:close/>
                    <a:moveTo>
                      <a:pt x="577694" y="76480"/>
                    </a:moveTo>
                    <a:lnTo>
                      <a:pt x="77631" y="459385"/>
                    </a:lnTo>
                    <a:lnTo>
                      <a:pt x="214791" y="593688"/>
                    </a:lnTo>
                    <a:lnTo>
                      <a:pt x="719616" y="206973"/>
                    </a:lnTo>
                    <a:close/>
                    <a:moveTo>
                      <a:pt x="214791" y="593688"/>
                    </a:moveTo>
                    <a:lnTo>
                      <a:pt x="545309" y="146965"/>
                    </a:lnTo>
                    <a:lnTo>
                      <a:pt x="416721" y="280"/>
                    </a:lnTo>
                    <a:lnTo>
                      <a:pt x="77631" y="459385"/>
                    </a:lnTo>
                    <a:close/>
                    <a:moveTo>
                      <a:pt x="416721" y="280"/>
                    </a:moveTo>
                    <a:lnTo>
                      <a:pt x="479" y="230785"/>
                    </a:lnTo>
                    <a:lnTo>
                      <a:pt x="142401" y="369850"/>
                    </a:lnTo>
                    <a:lnTo>
                      <a:pt x="545309" y="146965"/>
                    </a:lnTo>
                    <a:close/>
                    <a:moveTo>
                      <a:pt x="142401" y="369850"/>
                    </a:moveTo>
                    <a:lnTo>
                      <a:pt x="274799" y="121248"/>
                    </a:lnTo>
                    <a:lnTo>
                      <a:pt x="107159" y="30760"/>
                    </a:lnTo>
                    <a:lnTo>
                      <a:pt x="479" y="230785"/>
                    </a:lnTo>
                    <a:close/>
                  </a:path>
                </a:pathLst>
              </a:custGeom>
              <a:solidFill>
                <a:srgbClr val="41735B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A1471A7-4D62-0CC3-684F-AFFFCAEE24D3}"/>
                  </a:ext>
                </a:extLst>
              </p:cNvPr>
              <p:cNvSpPr/>
              <p:nvPr/>
            </p:nvSpPr>
            <p:spPr>
              <a:xfrm>
                <a:off x="3294730" y="7234703"/>
                <a:ext cx="2001205" cy="2132645"/>
              </a:xfrm>
              <a:custGeom>
                <a:avLst/>
                <a:gdLst>
                  <a:gd name="connsiteX0" fmla="*/ 219177 w 2001205"/>
                  <a:gd name="connsiteY0" fmla="*/ 272 h 2132645"/>
                  <a:gd name="connsiteX1" fmla="*/ 169647 w 2001205"/>
                  <a:gd name="connsiteY1" fmla="*/ 34562 h 2132645"/>
                  <a:gd name="connsiteX2" fmla="*/ 214415 w 2001205"/>
                  <a:gd name="connsiteY2" fmla="*/ 235539 h 2132645"/>
                  <a:gd name="connsiteX3" fmla="*/ 328715 w 2001205"/>
                  <a:gd name="connsiteY3" fmla="*/ 156481 h 2132645"/>
                  <a:gd name="connsiteX4" fmla="*/ 214415 w 2001205"/>
                  <a:gd name="connsiteY4" fmla="*/ 235539 h 2132645"/>
                  <a:gd name="connsiteX5" fmla="*/ 474447 w 2001205"/>
                  <a:gd name="connsiteY5" fmla="*/ 282211 h 2132645"/>
                  <a:gd name="connsiteX6" fmla="*/ 407772 w 2001205"/>
                  <a:gd name="connsiteY6" fmla="*/ 76471 h 2132645"/>
                  <a:gd name="connsiteX7" fmla="*/ 169647 w 2001205"/>
                  <a:gd name="connsiteY7" fmla="*/ 34562 h 2132645"/>
                  <a:gd name="connsiteX8" fmla="*/ 407772 w 2001205"/>
                  <a:gd name="connsiteY8" fmla="*/ 76471 h 2132645"/>
                  <a:gd name="connsiteX9" fmla="*/ 102 w 2001205"/>
                  <a:gd name="connsiteY9" fmla="*/ 499381 h 2132645"/>
                  <a:gd name="connsiteX10" fmla="*/ 90590 w 2001205"/>
                  <a:gd name="connsiteY10" fmla="*/ 680356 h 2132645"/>
                  <a:gd name="connsiteX11" fmla="*/ 474447 w 2001205"/>
                  <a:gd name="connsiteY11" fmla="*/ 282211 h 2132645"/>
                  <a:gd name="connsiteX12" fmla="*/ 90590 w 2001205"/>
                  <a:gd name="connsiteY12" fmla="*/ 680356 h 2132645"/>
                  <a:gd name="connsiteX13" fmla="*/ 390627 w 2001205"/>
                  <a:gd name="connsiteY13" fmla="*/ 643209 h 2132645"/>
                  <a:gd name="connsiteX14" fmla="*/ 305855 w 2001205"/>
                  <a:gd name="connsiteY14" fmla="*/ 461281 h 2132645"/>
                  <a:gd name="connsiteX15" fmla="*/ 102 w 2001205"/>
                  <a:gd name="connsiteY15" fmla="*/ 499381 h 2132645"/>
                  <a:gd name="connsiteX16" fmla="*/ 305855 w 2001205"/>
                  <a:gd name="connsiteY16" fmla="*/ 461281 h 2132645"/>
                  <a:gd name="connsiteX17" fmla="*/ 33440 w 2001205"/>
                  <a:gd name="connsiteY17" fmla="*/ 715599 h 2132645"/>
                  <a:gd name="connsiteX18" fmla="*/ 80112 w 2001205"/>
                  <a:gd name="connsiteY18" fmla="*/ 932767 h 2132645"/>
                  <a:gd name="connsiteX19" fmla="*/ 390627 w 2001205"/>
                  <a:gd name="connsiteY19" fmla="*/ 643209 h 2132645"/>
                  <a:gd name="connsiteX20" fmla="*/ 80112 w 2001205"/>
                  <a:gd name="connsiteY20" fmla="*/ 932767 h 2132645"/>
                  <a:gd name="connsiteX21" fmla="*/ 348717 w 2001205"/>
                  <a:gd name="connsiteY21" fmla="*/ 1024207 h 2132645"/>
                  <a:gd name="connsiteX22" fmla="*/ 312522 w 2001205"/>
                  <a:gd name="connsiteY22" fmla="*/ 810849 h 2132645"/>
                  <a:gd name="connsiteX23" fmla="*/ 33440 w 2001205"/>
                  <a:gd name="connsiteY23" fmla="*/ 715599 h 2132645"/>
                  <a:gd name="connsiteX24" fmla="*/ 312522 w 2001205"/>
                  <a:gd name="connsiteY24" fmla="*/ 810849 h 2132645"/>
                  <a:gd name="connsiteX25" fmla="*/ 16295 w 2001205"/>
                  <a:gd name="connsiteY25" fmla="*/ 1041352 h 2132645"/>
                  <a:gd name="connsiteX26" fmla="*/ 99162 w 2001205"/>
                  <a:gd name="connsiteY26" fmla="*/ 1218517 h 2132645"/>
                  <a:gd name="connsiteX27" fmla="*/ 348717 w 2001205"/>
                  <a:gd name="connsiteY27" fmla="*/ 1024207 h 2132645"/>
                  <a:gd name="connsiteX28" fmla="*/ 99162 w 2001205"/>
                  <a:gd name="connsiteY28" fmla="*/ 1218517 h 2132645"/>
                  <a:gd name="connsiteX29" fmla="*/ 468732 w 2001205"/>
                  <a:gd name="connsiteY29" fmla="*/ 1140412 h 2132645"/>
                  <a:gd name="connsiteX30" fmla="*/ 371577 w 2001205"/>
                  <a:gd name="connsiteY30" fmla="*/ 967057 h 2132645"/>
                  <a:gd name="connsiteX31" fmla="*/ 16295 w 2001205"/>
                  <a:gd name="connsiteY31" fmla="*/ 1041352 h 2132645"/>
                  <a:gd name="connsiteX32" fmla="*/ 371577 w 2001205"/>
                  <a:gd name="connsiteY32" fmla="*/ 967057 h 2132645"/>
                  <a:gd name="connsiteX33" fmla="*/ 108687 w 2001205"/>
                  <a:gd name="connsiteY33" fmla="*/ 1242330 h 2132645"/>
                  <a:gd name="connsiteX34" fmla="*/ 210605 w 2001205"/>
                  <a:gd name="connsiteY34" fmla="*/ 1410922 h 2132645"/>
                  <a:gd name="connsiteX35" fmla="*/ 468732 w 2001205"/>
                  <a:gd name="connsiteY35" fmla="*/ 1140412 h 2132645"/>
                  <a:gd name="connsiteX36" fmla="*/ 210605 w 2001205"/>
                  <a:gd name="connsiteY36" fmla="*/ 1410922 h 2132645"/>
                  <a:gd name="connsiteX37" fmla="*/ 656375 w 2001205"/>
                  <a:gd name="connsiteY37" fmla="*/ 1281382 h 2132645"/>
                  <a:gd name="connsiteX38" fmla="*/ 558267 w 2001205"/>
                  <a:gd name="connsiteY38" fmla="*/ 1111837 h 2132645"/>
                  <a:gd name="connsiteX39" fmla="*/ 108687 w 2001205"/>
                  <a:gd name="connsiteY39" fmla="*/ 1242330 h 2132645"/>
                  <a:gd name="connsiteX40" fmla="*/ 558267 w 2001205"/>
                  <a:gd name="connsiteY40" fmla="*/ 1111837 h 2132645"/>
                  <a:gd name="connsiteX41" fmla="*/ 90590 w 2001205"/>
                  <a:gd name="connsiteY41" fmla="*/ 1566180 h 2132645"/>
                  <a:gd name="connsiteX42" fmla="*/ 207747 w 2001205"/>
                  <a:gd name="connsiteY42" fmla="*/ 1718580 h 2132645"/>
                  <a:gd name="connsiteX43" fmla="*/ 656375 w 2001205"/>
                  <a:gd name="connsiteY43" fmla="*/ 1281382 h 2132645"/>
                  <a:gd name="connsiteX44" fmla="*/ 207747 w 2001205"/>
                  <a:gd name="connsiteY44" fmla="*/ 1718580 h 2132645"/>
                  <a:gd name="connsiteX45" fmla="*/ 756387 w 2001205"/>
                  <a:gd name="connsiteY45" fmla="*/ 1392825 h 2132645"/>
                  <a:gd name="connsiteX46" fmla="*/ 640182 w 2001205"/>
                  <a:gd name="connsiteY46" fmla="*/ 1240425 h 2132645"/>
                  <a:gd name="connsiteX47" fmla="*/ 90590 w 2001205"/>
                  <a:gd name="connsiteY47" fmla="*/ 1566180 h 2132645"/>
                  <a:gd name="connsiteX48" fmla="*/ 640182 w 2001205"/>
                  <a:gd name="connsiteY48" fmla="*/ 1240425 h 2132645"/>
                  <a:gd name="connsiteX49" fmla="*/ 225845 w 2001205"/>
                  <a:gd name="connsiteY49" fmla="*/ 1638570 h 2132645"/>
                  <a:gd name="connsiteX50" fmla="*/ 321095 w 2001205"/>
                  <a:gd name="connsiteY50" fmla="*/ 1810972 h 2132645"/>
                  <a:gd name="connsiteX51" fmla="*/ 756387 w 2001205"/>
                  <a:gd name="connsiteY51" fmla="*/ 1392825 h 2132645"/>
                  <a:gd name="connsiteX52" fmla="*/ 321095 w 2001205"/>
                  <a:gd name="connsiteY52" fmla="*/ 1810972 h 2132645"/>
                  <a:gd name="connsiteX53" fmla="*/ 830682 w 2001205"/>
                  <a:gd name="connsiteY53" fmla="*/ 1684290 h 2132645"/>
                  <a:gd name="connsiteX54" fmla="*/ 743052 w 2001205"/>
                  <a:gd name="connsiteY54" fmla="*/ 1509982 h 2132645"/>
                  <a:gd name="connsiteX55" fmla="*/ 225845 w 2001205"/>
                  <a:gd name="connsiteY55" fmla="*/ 1638570 h 2132645"/>
                  <a:gd name="connsiteX56" fmla="*/ 743052 w 2001205"/>
                  <a:gd name="connsiteY56" fmla="*/ 1509982 h 2132645"/>
                  <a:gd name="connsiteX57" fmla="*/ 531597 w 2001205"/>
                  <a:gd name="connsiteY57" fmla="*/ 1684290 h 2132645"/>
                  <a:gd name="connsiteX58" fmla="*/ 614465 w 2001205"/>
                  <a:gd name="connsiteY58" fmla="*/ 1862407 h 2132645"/>
                  <a:gd name="connsiteX59" fmla="*/ 830682 w 2001205"/>
                  <a:gd name="connsiteY59" fmla="*/ 1684290 h 2132645"/>
                  <a:gd name="connsiteX60" fmla="*/ 614465 w 2001205"/>
                  <a:gd name="connsiteY60" fmla="*/ 1862407 h 2132645"/>
                  <a:gd name="connsiteX61" fmla="*/ 1057380 w 2001205"/>
                  <a:gd name="connsiteY61" fmla="*/ 1779540 h 2132645"/>
                  <a:gd name="connsiteX62" fmla="*/ 983085 w 2001205"/>
                  <a:gd name="connsiteY62" fmla="*/ 1599517 h 2132645"/>
                  <a:gd name="connsiteX63" fmla="*/ 531597 w 2001205"/>
                  <a:gd name="connsiteY63" fmla="*/ 1684290 h 2132645"/>
                  <a:gd name="connsiteX64" fmla="*/ 983085 w 2001205"/>
                  <a:gd name="connsiteY64" fmla="*/ 1599517 h 2132645"/>
                  <a:gd name="connsiteX65" fmla="*/ 699237 w 2001205"/>
                  <a:gd name="connsiteY65" fmla="*/ 1791922 h 2132645"/>
                  <a:gd name="connsiteX66" fmla="*/ 777342 w 2001205"/>
                  <a:gd name="connsiteY66" fmla="*/ 1969087 h 2132645"/>
                  <a:gd name="connsiteX67" fmla="*/ 1057380 w 2001205"/>
                  <a:gd name="connsiteY67" fmla="*/ 1779540 h 2132645"/>
                  <a:gd name="connsiteX68" fmla="*/ 777342 w 2001205"/>
                  <a:gd name="connsiteY68" fmla="*/ 1969087 h 2132645"/>
                  <a:gd name="connsiteX69" fmla="*/ 1260263 w 2001205"/>
                  <a:gd name="connsiteY69" fmla="*/ 1850025 h 2132645"/>
                  <a:gd name="connsiteX70" fmla="*/ 1180253 w 2001205"/>
                  <a:gd name="connsiteY70" fmla="*/ 1672860 h 2132645"/>
                  <a:gd name="connsiteX71" fmla="*/ 699237 w 2001205"/>
                  <a:gd name="connsiteY71" fmla="*/ 1791922 h 2132645"/>
                  <a:gd name="connsiteX72" fmla="*/ 1180253 w 2001205"/>
                  <a:gd name="connsiteY72" fmla="*/ 1672860 h 2132645"/>
                  <a:gd name="connsiteX73" fmla="*/ 904980 w 2001205"/>
                  <a:gd name="connsiteY73" fmla="*/ 1865265 h 2132645"/>
                  <a:gd name="connsiteX74" fmla="*/ 993563 w 2001205"/>
                  <a:gd name="connsiteY74" fmla="*/ 2035762 h 2132645"/>
                  <a:gd name="connsiteX75" fmla="*/ 1260263 w 2001205"/>
                  <a:gd name="connsiteY75" fmla="*/ 1850025 h 2132645"/>
                  <a:gd name="connsiteX76" fmla="*/ 993563 w 2001205"/>
                  <a:gd name="connsiteY76" fmla="*/ 2035762 h 2132645"/>
                  <a:gd name="connsiteX77" fmla="*/ 1530773 w 2001205"/>
                  <a:gd name="connsiteY77" fmla="*/ 1845262 h 2132645"/>
                  <a:gd name="connsiteX78" fmla="*/ 1442190 w 2001205"/>
                  <a:gd name="connsiteY78" fmla="*/ 1674765 h 2132645"/>
                  <a:gd name="connsiteX79" fmla="*/ 904980 w 2001205"/>
                  <a:gd name="connsiteY79" fmla="*/ 1865265 h 2132645"/>
                  <a:gd name="connsiteX80" fmla="*/ 1442190 w 2001205"/>
                  <a:gd name="connsiteY80" fmla="*/ 1674765 h 2132645"/>
                  <a:gd name="connsiteX81" fmla="*/ 1126913 w 2001205"/>
                  <a:gd name="connsiteY81" fmla="*/ 1900507 h 2132645"/>
                  <a:gd name="connsiteX82" fmla="*/ 1227878 w 2001205"/>
                  <a:gd name="connsiteY82" fmla="*/ 2063385 h 2132645"/>
                  <a:gd name="connsiteX83" fmla="*/ 1530773 w 2001205"/>
                  <a:gd name="connsiteY83" fmla="*/ 1845262 h 2132645"/>
                  <a:gd name="connsiteX84" fmla="*/ 1227878 w 2001205"/>
                  <a:gd name="connsiteY84" fmla="*/ 2063385 h 2132645"/>
                  <a:gd name="connsiteX85" fmla="*/ 1881293 w 2001205"/>
                  <a:gd name="connsiteY85" fmla="*/ 1718580 h 2132645"/>
                  <a:gd name="connsiteX86" fmla="*/ 1765088 w 2001205"/>
                  <a:gd name="connsiteY86" fmla="*/ 1564275 h 2132645"/>
                  <a:gd name="connsiteX87" fmla="*/ 1126913 w 2001205"/>
                  <a:gd name="connsiteY87" fmla="*/ 1900507 h 2132645"/>
                  <a:gd name="connsiteX88" fmla="*/ 1765088 w 2001205"/>
                  <a:gd name="connsiteY88" fmla="*/ 1564275 h 2132645"/>
                  <a:gd name="connsiteX89" fmla="*/ 1372658 w 2001205"/>
                  <a:gd name="connsiteY89" fmla="*/ 1970040 h 2132645"/>
                  <a:gd name="connsiteX90" fmla="*/ 1479338 w 2001205"/>
                  <a:gd name="connsiteY90" fmla="*/ 2132917 h 2132645"/>
                  <a:gd name="connsiteX91" fmla="*/ 1881293 w 2001205"/>
                  <a:gd name="connsiteY91" fmla="*/ 1718580 h 2132645"/>
                  <a:gd name="connsiteX92" fmla="*/ 1479338 w 2001205"/>
                  <a:gd name="connsiteY92" fmla="*/ 2132917 h 2132645"/>
                  <a:gd name="connsiteX93" fmla="*/ 2001308 w 2001205"/>
                  <a:gd name="connsiteY93" fmla="*/ 1935750 h 2132645"/>
                  <a:gd name="connsiteX94" fmla="*/ 1876530 w 2001205"/>
                  <a:gd name="connsiteY94" fmla="*/ 1779540 h 2132645"/>
                  <a:gd name="connsiteX95" fmla="*/ 1372658 w 2001205"/>
                  <a:gd name="connsiteY95" fmla="*/ 1970040 h 2132645"/>
                  <a:gd name="connsiteX96" fmla="*/ 1876530 w 2001205"/>
                  <a:gd name="connsiteY96" fmla="*/ 1779540 h 2132645"/>
                  <a:gd name="connsiteX97" fmla="*/ 1793663 w 2001205"/>
                  <a:gd name="connsiteY97" fmla="*/ 1905270 h 2132645"/>
                  <a:gd name="connsiteX98" fmla="*/ 1952730 w 2001205"/>
                  <a:gd name="connsiteY98" fmla="*/ 2010045 h 2132645"/>
                  <a:gd name="connsiteX99" fmla="*/ 2001308 w 2001205"/>
                  <a:gd name="connsiteY99" fmla="*/ 1935750 h 2132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</a:cxnLst>
                <a:rect l="l" t="t" r="r" b="b"/>
                <a:pathLst>
                  <a:path w="2001205" h="2132645">
                    <a:moveTo>
                      <a:pt x="219177" y="272"/>
                    </a:moveTo>
                    <a:lnTo>
                      <a:pt x="169647" y="34562"/>
                    </a:lnTo>
                    <a:lnTo>
                      <a:pt x="214415" y="235539"/>
                    </a:lnTo>
                    <a:lnTo>
                      <a:pt x="328715" y="156481"/>
                    </a:lnTo>
                    <a:close/>
                    <a:moveTo>
                      <a:pt x="214415" y="235539"/>
                    </a:moveTo>
                    <a:lnTo>
                      <a:pt x="474447" y="282211"/>
                    </a:lnTo>
                    <a:lnTo>
                      <a:pt x="407772" y="76471"/>
                    </a:lnTo>
                    <a:lnTo>
                      <a:pt x="169647" y="34562"/>
                    </a:lnTo>
                    <a:close/>
                    <a:moveTo>
                      <a:pt x="407772" y="76471"/>
                    </a:moveTo>
                    <a:lnTo>
                      <a:pt x="102" y="499381"/>
                    </a:lnTo>
                    <a:lnTo>
                      <a:pt x="90590" y="680356"/>
                    </a:lnTo>
                    <a:lnTo>
                      <a:pt x="474447" y="282211"/>
                    </a:lnTo>
                    <a:close/>
                    <a:moveTo>
                      <a:pt x="90590" y="680356"/>
                    </a:moveTo>
                    <a:lnTo>
                      <a:pt x="390627" y="643209"/>
                    </a:lnTo>
                    <a:lnTo>
                      <a:pt x="305855" y="461281"/>
                    </a:lnTo>
                    <a:lnTo>
                      <a:pt x="102" y="499381"/>
                    </a:lnTo>
                    <a:close/>
                    <a:moveTo>
                      <a:pt x="305855" y="461281"/>
                    </a:moveTo>
                    <a:lnTo>
                      <a:pt x="33440" y="715599"/>
                    </a:lnTo>
                    <a:lnTo>
                      <a:pt x="80112" y="932767"/>
                    </a:lnTo>
                    <a:lnTo>
                      <a:pt x="390627" y="643209"/>
                    </a:lnTo>
                    <a:close/>
                    <a:moveTo>
                      <a:pt x="80112" y="932767"/>
                    </a:moveTo>
                    <a:lnTo>
                      <a:pt x="348717" y="1024207"/>
                    </a:lnTo>
                    <a:lnTo>
                      <a:pt x="312522" y="810849"/>
                    </a:lnTo>
                    <a:lnTo>
                      <a:pt x="33440" y="715599"/>
                    </a:lnTo>
                    <a:close/>
                    <a:moveTo>
                      <a:pt x="312522" y="810849"/>
                    </a:moveTo>
                    <a:lnTo>
                      <a:pt x="16295" y="1041352"/>
                    </a:lnTo>
                    <a:lnTo>
                      <a:pt x="99162" y="1218517"/>
                    </a:lnTo>
                    <a:lnTo>
                      <a:pt x="348717" y="1024207"/>
                    </a:lnTo>
                    <a:close/>
                    <a:moveTo>
                      <a:pt x="99162" y="1218517"/>
                    </a:moveTo>
                    <a:lnTo>
                      <a:pt x="468732" y="1140412"/>
                    </a:lnTo>
                    <a:lnTo>
                      <a:pt x="371577" y="967057"/>
                    </a:lnTo>
                    <a:lnTo>
                      <a:pt x="16295" y="1041352"/>
                    </a:lnTo>
                    <a:close/>
                    <a:moveTo>
                      <a:pt x="371577" y="967057"/>
                    </a:moveTo>
                    <a:lnTo>
                      <a:pt x="108687" y="1242330"/>
                    </a:lnTo>
                    <a:lnTo>
                      <a:pt x="210605" y="1410922"/>
                    </a:lnTo>
                    <a:lnTo>
                      <a:pt x="468732" y="1140412"/>
                    </a:lnTo>
                    <a:close/>
                    <a:moveTo>
                      <a:pt x="210605" y="1410922"/>
                    </a:moveTo>
                    <a:lnTo>
                      <a:pt x="656375" y="1281382"/>
                    </a:lnTo>
                    <a:lnTo>
                      <a:pt x="558267" y="1111837"/>
                    </a:lnTo>
                    <a:lnTo>
                      <a:pt x="108687" y="1242330"/>
                    </a:lnTo>
                    <a:close/>
                    <a:moveTo>
                      <a:pt x="558267" y="1111837"/>
                    </a:moveTo>
                    <a:lnTo>
                      <a:pt x="90590" y="1566180"/>
                    </a:lnTo>
                    <a:lnTo>
                      <a:pt x="207747" y="1718580"/>
                    </a:lnTo>
                    <a:lnTo>
                      <a:pt x="656375" y="1281382"/>
                    </a:lnTo>
                    <a:close/>
                    <a:moveTo>
                      <a:pt x="207747" y="1718580"/>
                    </a:moveTo>
                    <a:lnTo>
                      <a:pt x="756387" y="1392825"/>
                    </a:lnTo>
                    <a:lnTo>
                      <a:pt x="640182" y="1240425"/>
                    </a:lnTo>
                    <a:lnTo>
                      <a:pt x="90590" y="1566180"/>
                    </a:lnTo>
                    <a:close/>
                    <a:moveTo>
                      <a:pt x="640182" y="1240425"/>
                    </a:moveTo>
                    <a:lnTo>
                      <a:pt x="225845" y="1638570"/>
                    </a:lnTo>
                    <a:lnTo>
                      <a:pt x="321095" y="1810972"/>
                    </a:lnTo>
                    <a:lnTo>
                      <a:pt x="756387" y="1392825"/>
                    </a:lnTo>
                    <a:close/>
                    <a:moveTo>
                      <a:pt x="321095" y="1810972"/>
                    </a:moveTo>
                    <a:lnTo>
                      <a:pt x="830682" y="1684290"/>
                    </a:lnTo>
                    <a:lnTo>
                      <a:pt x="743052" y="1509982"/>
                    </a:lnTo>
                    <a:lnTo>
                      <a:pt x="225845" y="1638570"/>
                    </a:lnTo>
                    <a:close/>
                    <a:moveTo>
                      <a:pt x="743052" y="1509982"/>
                    </a:moveTo>
                    <a:lnTo>
                      <a:pt x="531597" y="1684290"/>
                    </a:lnTo>
                    <a:lnTo>
                      <a:pt x="614465" y="1862407"/>
                    </a:lnTo>
                    <a:lnTo>
                      <a:pt x="830682" y="1684290"/>
                    </a:lnTo>
                    <a:close/>
                    <a:moveTo>
                      <a:pt x="614465" y="1862407"/>
                    </a:moveTo>
                    <a:lnTo>
                      <a:pt x="1057380" y="1779540"/>
                    </a:lnTo>
                    <a:lnTo>
                      <a:pt x="983085" y="1599517"/>
                    </a:lnTo>
                    <a:lnTo>
                      <a:pt x="531597" y="1684290"/>
                    </a:lnTo>
                    <a:close/>
                    <a:moveTo>
                      <a:pt x="983085" y="1599517"/>
                    </a:moveTo>
                    <a:lnTo>
                      <a:pt x="699237" y="1791922"/>
                    </a:lnTo>
                    <a:lnTo>
                      <a:pt x="777342" y="1969087"/>
                    </a:lnTo>
                    <a:lnTo>
                      <a:pt x="1057380" y="1779540"/>
                    </a:lnTo>
                    <a:close/>
                    <a:moveTo>
                      <a:pt x="777342" y="1969087"/>
                    </a:moveTo>
                    <a:lnTo>
                      <a:pt x="1260263" y="1850025"/>
                    </a:lnTo>
                    <a:lnTo>
                      <a:pt x="1180253" y="1672860"/>
                    </a:lnTo>
                    <a:lnTo>
                      <a:pt x="699237" y="1791922"/>
                    </a:lnTo>
                    <a:close/>
                    <a:moveTo>
                      <a:pt x="1180253" y="1672860"/>
                    </a:moveTo>
                    <a:lnTo>
                      <a:pt x="904980" y="1865265"/>
                    </a:lnTo>
                    <a:lnTo>
                      <a:pt x="993563" y="2035762"/>
                    </a:lnTo>
                    <a:lnTo>
                      <a:pt x="1260263" y="1850025"/>
                    </a:lnTo>
                    <a:close/>
                    <a:moveTo>
                      <a:pt x="993563" y="2035762"/>
                    </a:moveTo>
                    <a:lnTo>
                      <a:pt x="1530773" y="1845262"/>
                    </a:lnTo>
                    <a:lnTo>
                      <a:pt x="1442190" y="1674765"/>
                    </a:lnTo>
                    <a:lnTo>
                      <a:pt x="904980" y="1865265"/>
                    </a:lnTo>
                    <a:close/>
                    <a:moveTo>
                      <a:pt x="1442190" y="1674765"/>
                    </a:moveTo>
                    <a:lnTo>
                      <a:pt x="1126913" y="1900507"/>
                    </a:lnTo>
                    <a:lnTo>
                      <a:pt x="1227878" y="2063385"/>
                    </a:lnTo>
                    <a:lnTo>
                      <a:pt x="1530773" y="1845262"/>
                    </a:lnTo>
                    <a:close/>
                    <a:moveTo>
                      <a:pt x="1227878" y="2063385"/>
                    </a:moveTo>
                    <a:lnTo>
                      <a:pt x="1881293" y="1718580"/>
                    </a:lnTo>
                    <a:lnTo>
                      <a:pt x="1765088" y="1564275"/>
                    </a:lnTo>
                    <a:lnTo>
                      <a:pt x="1126913" y="1900507"/>
                    </a:lnTo>
                    <a:close/>
                    <a:moveTo>
                      <a:pt x="1765088" y="1564275"/>
                    </a:moveTo>
                    <a:lnTo>
                      <a:pt x="1372658" y="1970040"/>
                    </a:lnTo>
                    <a:lnTo>
                      <a:pt x="1479338" y="2132917"/>
                    </a:lnTo>
                    <a:lnTo>
                      <a:pt x="1881293" y="1718580"/>
                    </a:lnTo>
                    <a:close/>
                    <a:moveTo>
                      <a:pt x="1479338" y="2132917"/>
                    </a:moveTo>
                    <a:lnTo>
                      <a:pt x="2001308" y="1935750"/>
                    </a:lnTo>
                    <a:lnTo>
                      <a:pt x="1876530" y="1779540"/>
                    </a:lnTo>
                    <a:lnTo>
                      <a:pt x="1372658" y="1970040"/>
                    </a:lnTo>
                    <a:close/>
                    <a:moveTo>
                      <a:pt x="1876530" y="1779540"/>
                    </a:moveTo>
                    <a:lnTo>
                      <a:pt x="1793663" y="1905270"/>
                    </a:lnTo>
                    <a:lnTo>
                      <a:pt x="1952730" y="2010045"/>
                    </a:lnTo>
                    <a:lnTo>
                      <a:pt x="2001308" y="1935750"/>
                    </a:lnTo>
                    <a:close/>
                  </a:path>
                </a:pathLst>
              </a:custGeom>
              <a:solidFill>
                <a:srgbClr val="41735B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D93F93AD-9249-0932-31A1-0FCF75602557}"/>
                  </a:ext>
                </a:extLst>
              </p:cNvPr>
              <p:cNvSpPr/>
              <p:nvPr/>
            </p:nvSpPr>
            <p:spPr>
              <a:xfrm>
                <a:off x="6873275" y="6501276"/>
                <a:ext cx="696277" cy="790575"/>
              </a:xfrm>
              <a:custGeom>
                <a:avLst/>
                <a:gdLst>
                  <a:gd name="connsiteX0" fmla="*/ 603411 w 696277"/>
                  <a:gd name="connsiteY0" fmla="*/ 671709 h 790575"/>
                  <a:gd name="connsiteX1" fmla="*/ 696756 w 696277"/>
                  <a:gd name="connsiteY1" fmla="*/ 545026 h 790575"/>
                  <a:gd name="connsiteX2" fmla="*/ 564359 w 696277"/>
                  <a:gd name="connsiteY2" fmla="*/ 404056 h 790575"/>
                  <a:gd name="connsiteX3" fmla="*/ 450059 w 696277"/>
                  <a:gd name="connsiteY3" fmla="*/ 558361 h 790575"/>
                  <a:gd name="connsiteX4" fmla="*/ 564359 w 696277"/>
                  <a:gd name="connsiteY4" fmla="*/ 404056 h 790575"/>
                  <a:gd name="connsiteX5" fmla="*/ 169071 w 696277"/>
                  <a:gd name="connsiteY5" fmla="*/ 658374 h 790575"/>
                  <a:gd name="connsiteX6" fmla="*/ 314804 w 696277"/>
                  <a:gd name="connsiteY6" fmla="*/ 790771 h 790575"/>
                  <a:gd name="connsiteX7" fmla="*/ 696756 w 696277"/>
                  <a:gd name="connsiteY7" fmla="*/ 545026 h 790575"/>
                  <a:gd name="connsiteX8" fmla="*/ 314804 w 696277"/>
                  <a:gd name="connsiteY8" fmla="*/ 790771 h 790575"/>
                  <a:gd name="connsiteX9" fmla="*/ 611984 w 696277"/>
                  <a:gd name="connsiteY9" fmla="*/ 217366 h 790575"/>
                  <a:gd name="connsiteX10" fmla="*/ 456726 w 696277"/>
                  <a:gd name="connsiteY10" fmla="*/ 102114 h 790575"/>
                  <a:gd name="connsiteX11" fmla="*/ 169071 w 696277"/>
                  <a:gd name="connsiteY11" fmla="*/ 658374 h 790575"/>
                  <a:gd name="connsiteX12" fmla="*/ 456726 w 696277"/>
                  <a:gd name="connsiteY12" fmla="*/ 102114 h 790575"/>
                  <a:gd name="connsiteX13" fmla="*/ 32864 w 696277"/>
                  <a:gd name="connsiteY13" fmla="*/ 510736 h 790575"/>
                  <a:gd name="connsiteX14" fmla="*/ 187169 w 696277"/>
                  <a:gd name="connsiteY14" fmla="*/ 626941 h 790575"/>
                  <a:gd name="connsiteX15" fmla="*/ 611984 w 696277"/>
                  <a:gd name="connsiteY15" fmla="*/ 217366 h 790575"/>
                  <a:gd name="connsiteX16" fmla="*/ 187169 w 696277"/>
                  <a:gd name="connsiteY16" fmla="*/ 626941 h 790575"/>
                  <a:gd name="connsiteX17" fmla="*/ 449106 w 696277"/>
                  <a:gd name="connsiteY17" fmla="*/ 132594 h 790575"/>
                  <a:gd name="connsiteX18" fmla="*/ 303374 w 696277"/>
                  <a:gd name="connsiteY18" fmla="*/ 196 h 790575"/>
                  <a:gd name="connsiteX19" fmla="*/ 32864 w 696277"/>
                  <a:gd name="connsiteY19" fmla="*/ 510736 h 790575"/>
                  <a:gd name="connsiteX20" fmla="*/ 303374 w 696277"/>
                  <a:gd name="connsiteY20" fmla="*/ 196 h 790575"/>
                  <a:gd name="connsiteX21" fmla="*/ 479 w 696277"/>
                  <a:gd name="connsiteY21" fmla="*/ 199269 h 790575"/>
                  <a:gd name="connsiteX22" fmla="*/ 168119 w 696277"/>
                  <a:gd name="connsiteY22" fmla="*/ 317378 h 790575"/>
                  <a:gd name="connsiteX23" fmla="*/ 449106 w 696277"/>
                  <a:gd name="connsiteY23" fmla="*/ 132594 h 790575"/>
                  <a:gd name="connsiteX24" fmla="*/ 168119 w 696277"/>
                  <a:gd name="connsiteY24" fmla="*/ 317378 h 790575"/>
                  <a:gd name="connsiteX25" fmla="*/ 191931 w 696277"/>
                  <a:gd name="connsiteY25" fmla="*/ 220224 h 790575"/>
                  <a:gd name="connsiteX26" fmla="*/ 6194 w 696277"/>
                  <a:gd name="connsiteY26" fmla="*/ 176408 h 790575"/>
                  <a:gd name="connsiteX27" fmla="*/ 479 w 696277"/>
                  <a:gd name="connsiteY27" fmla="*/ 199269 h 79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96277" h="790575">
                    <a:moveTo>
                      <a:pt x="603411" y="671709"/>
                    </a:moveTo>
                    <a:lnTo>
                      <a:pt x="696756" y="545026"/>
                    </a:lnTo>
                    <a:lnTo>
                      <a:pt x="564359" y="404056"/>
                    </a:lnTo>
                    <a:lnTo>
                      <a:pt x="450059" y="558361"/>
                    </a:lnTo>
                    <a:close/>
                    <a:moveTo>
                      <a:pt x="564359" y="404056"/>
                    </a:moveTo>
                    <a:lnTo>
                      <a:pt x="169071" y="658374"/>
                    </a:lnTo>
                    <a:lnTo>
                      <a:pt x="314804" y="790771"/>
                    </a:lnTo>
                    <a:lnTo>
                      <a:pt x="696756" y="545026"/>
                    </a:lnTo>
                    <a:close/>
                    <a:moveTo>
                      <a:pt x="314804" y="790771"/>
                    </a:moveTo>
                    <a:lnTo>
                      <a:pt x="611984" y="217366"/>
                    </a:lnTo>
                    <a:lnTo>
                      <a:pt x="456726" y="102114"/>
                    </a:lnTo>
                    <a:lnTo>
                      <a:pt x="169071" y="658374"/>
                    </a:lnTo>
                    <a:close/>
                    <a:moveTo>
                      <a:pt x="456726" y="102114"/>
                    </a:moveTo>
                    <a:lnTo>
                      <a:pt x="32864" y="510736"/>
                    </a:lnTo>
                    <a:lnTo>
                      <a:pt x="187169" y="626941"/>
                    </a:lnTo>
                    <a:lnTo>
                      <a:pt x="611984" y="217366"/>
                    </a:lnTo>
                    <a:close/>
                    <a:moveTo>
                      <a:pt x="187169" y="626941"/>
                    </a:moveTo>
                    <a:lnTo>
                      <a:pt x="449106" y="132594"/>
                    </a:lnTo>
                    <a:lnTo>
                      <a:pt x="303374" y="196"/>
                    </a:lnTo>
                    <a:lnTo>
                      <a:pt x="32864" y="510736"/>
                    </a:lnTo>
                    <a:close/>
                    <a:moveTo>
                      <a:pt x="303374" y="196"/>
                    </a:moveTo>
                    <a:lnTo>
                      <a:pt x="479" y="199269"/>
                    </a:lnTo>
                    <a:lnTo>
                      <a:pt x="168119" y="317378"/>
                    </a:lnTo>
                    <a:lnTo>
                      <a:pt x="449106" y="132594"/>
                    </a:lnTo>
                    <a:close/>
                    <a:moveTo>
                      <a:pt x="168119" y="317378"/>
                    </a:moveTo>
                    <a:lnTo>
                      <a:pt x="191931" y="220224"/>
                    </a:lnTo>
                    <a:lnTo>
                      <a:pt x="6194" y="176408"/>
                    </a:lnTo>
                    <a:lnTo>
                      <a:pt x="479" y="199269"/>
                    </a:lnTo>
                    <a:close/>
                  </a:path>
                </a:pathLst>
              </a:custGeom>
              <a:solidFill>
                <a:srgbClr val="346778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931C4264-0D02-9975-B781-E394C124EBC0}"/>
                  </a:ext>
                </a:extLst>
              </p:cNvPr>
              <p:cNvSpPr/>
              <p:nvPr/>
            </p:nvSpPr>
            <p:spPr>
              <a:xfrm>
                <a:off x="3495706" y="6617481"/>
                <a:ext cx="1969773" cy="1011554"/>
              </a:xfrm>
              <a:custGeom>
                <a:avLst/>
                <a:gdLst>
                  <a:gd name="connsiteX0" fmla="*/ 1959421 w 1969773"/>
                  <a:gd name="connsiteY0" fmla="*/ 965085 h 1011554"/>
                  <a:gd name="connsiteX1" fmla="*/ 1969899 w 1969773"/>
                  <a:gd name="connsiteY1" fmla="*/ 892695 h 1011554"/>
                  <a:gd name="connsiteX2" fmla="*/ 1794639 w 1969773"/>
                  <a:gd name="connsiteY2" fmla="*/ 771727 h 1011554"/>
                  <a:gd name="connsiteX3" fmla="*/ 1770826 w 1969773"/>
                  <a:gd name="connsiteY3" fmla="*/ 938415 h 1011554"/>
                  <a:gd name="connsiteX4" fmla="*/ 1794639 w 1969773"/>
                  <a:gd name="connsiteY4" fmla="*/ 771727 h 1011554"/>
                  <a:gd name="connsiteX5" fmla="*/ 1575564 w 1969773"/>
                  <a:gd name="connsiteY5" fmla="*/ 893647 h 1011554"/>
                  <a:gd name="connsiteX6" fmla="*/ 1754634 w 1969773"/>
                  <a:gd name="connsiteY6" fmla="*/ 1011757 h 1011554"/>
                  <a:gd name="connsiteX7" fmla="*/ 1969899 w 1969773"/>
                  <a:gd name="connsiteY7" fmla="*/ 892695 h 1011554"/>
                  <a:gd name="connsiteX8" fmla="*/ 1754634 w 1969773"/>
                  <a:gd name="connsiteY8" fmla="*/ 1011757 h 1011554"/>
                  <a:gd name="connsiteX9" fmla="*/ 1809879 w 1969773"/>
                  <a:gd name="connsiteY9" fmla="*/ 507885 h 1011554"/>
                  <a:gd name="connsiteX10" fmla="*/ 1625094 w 1969773"/>
                  <a:gd name="connsiteY10" fmla="*/ 442162 h 1011554"/>
                  <a:gd name="connsiteX11" fmla="*/ 1575564 w 1969773"/>
                  <a:gd name="connsiteY11" fmla="*/ 893647 h 1011554"/>
                  <a:gd name="connsiteX12" fmla="*/ 1625094 w 1969773"/>
                  <a:gd name="connsiteY12" fmla="*/ 442162 h 1011554"/>
                  <a:gd name="connsiteX13" fmla="*/ 1458406 w 1969773"/>
                  <a:gd name="connsiteY13" fmla="*/ 699337 h 1011554"/>
                  <a:gd name="connsiteX14" fmla="*/ 1647954 w 1969773"/>
                  <a:gd name="connsiteY14" fmla="*/ 757440 h 1011554"/>
                  <a:gd name="connsiteX15" fmla="*/ 1809879 w 1969773"/>
                  <a:gd name="connsiteY15" fmla="*/ 507885 h 1011554"/>
                  <a:gd name="connsiteX16" fmla="*/ 1647954 w 1969773"/>
                  <a:gd name="connsiteY16" fmla="*/ 757440 h 1011554"/>
                  <a:gd name="connsiteX17" fmla="*/ 1655574 w 1969773"/>
                  <a:gd name="connsiteY17" fmla="*/ 384060 h 1011554"/>
                  <a:gd name="connsiteX18" fmla="*/ 1466979 w 1969773"/>
                  <a:gd name="connsiteY18" fmla="*/ 315480 h 1011554"/>
                  <a:gd name="connsiteX19" fmla="*/ 1458406 w 1969773"/>
                  <a:gd name="connsiteY19" fmla="*/ 699337 h 1011554"/>
                  <a:gd name="connsiteX20" fmla="*/ 1466979 w 1969773"/>
                  <a:gd name="connsiteY20" fmla="*/ 315480 h 1011554"/>
                  <a:gd name="connsiteX21" fmla="*/ 1229806 w 1969773"/>
                  <a:gd name="connsiteY21" fmla="*/ 606945 h 1011554"/>
                  <a:gd name="connsiteX22" fmla="*/ 1411734 w 1969773"/>
                  <a:gd name="connsiteY22" fmla="*/ 685050 h 1011554"/>
                  <a:gd name="connsiteX23" fmla="*/ 1655574 w 1969773"/>
                  <a:gd name="connsiteY23" fmla="*/ 384060 h 1011554"/>
                  <a:gd name="connsiteX24" fmla="*/ 1411734 w 1969773"/>
                  <a:gd name="connsiteY24" fmla="*/ 685050 h 1011554"/>
                  <a:gd name="connsiteX25" fmla="*/ 1487934 w 1969773"/>
                  <a:gd name="connsiteY25" fmla="*/ 111645 h 1011554"/>
                  <a:gd name="connsiteX26" fmla="*/ 1303149 w 1969773"/>
                  <a:gd name="connsiteY26" fmla="*/ 55447 h 1011554"/>
                  <a:gd name="connsiteX27" fmla="*/ 1229806 w 1969773"/>
                  <a:gd name="connsiteY27" fmla="*/ 606945 h 1011554"/>
                  <a:gd name="connsiteX28" fmla="*/ 1303149 w 1969773"/>
                  <a:gd name="connsiteY28" fmla="*/ 55447 h 1011554"/>
                  <a:gd name="connsiteX29" fmla="*/ 1025971 w 1969773"/>
                  <a:gd name="connsiteY29" fmla="*/ 614565 h 1011554"/>
                  <a:gd name="connsiteX30" fmla="*/ 1214566 w 1969773"/>
                  <a:gd name="connsiteY30" fmla="*/ 664095 h 1011554"/>
                  <a:gd name="connsiteX31" fmla="*/ 1487934 w 1969773"/>
                  <a:gd name="connsiteY31" fmla="*/ 111645 h 1011554"/>
                  <a:gd name="connsiteX32" fmla="*/ 1214566 w 1969773"/>
                  <a:gd name="connsiteY32" fmla="*/ 664095 h 1011554"/>
                  <a:gd name="connsiteX33" fmla="*/ 1248856 w 1969773"/>
                  <a:gd name="connsiteY33" fmla="*/ 45922 h 1011554"/>
                  <a:gd name="connsiteX34" fmla="*/ 1060261 w 1969773"/>
                  <a:gd name="connsiteY34" fmla="*/ 202 h 1011554"/>
                  <a:gd name="connsiteX35" fmla="*/ 1025971 w 1969773"/>
                  <a:gd name="connsiteY35" fmla="*/ 614565 h 1011554"/>
                  <a:gd name="connsiteX36" fmla="*/ 1060261 w 1969773"/>
                  <a:gd name="connsiteY36" fmla="*/ 202 h 1011554"/>
                  <a:gd name="connsiteX37" fmla="*/ 844040 w 1969773"/>
                  <a:gd name="connsiteY37" fmla="*/ 481215 h 1011554"/>
                  <a:gd name="connsiteX38" fmla="*/ 1033591 w 1969773"/>
                  <a:gd name="connsiteY38" fmla="*/ 525030 h 1011554"/>
                  <a:gd name="connsiteX39" fmla="*/ 1248856 w 1969773"/>
                  <a:gd name="connsiteY39" fmla="*/ 45922 h 1011554"/>
                  <a:gd name="connsiteX40" fmla="*/ 1033591 w 1969773"/>
                  <a:gd name="connsiteY40" fmla="*/ 525030 h 1011554"/>
                  <a:gd name="connsiteX41" fmla="*/ 1044069 w 1969773"/>
                  <a:gd name="connsiteY41" fmla="*/ 107834 h 1011554"/>
                  <a:gd name="connsiteX42" fmla="*/ 855470 w 1969773"/>
                  <a:gd name="connsiteY42" fmla="*/ 54495 h 1011554"/>
                  <a:gd name="connsiteX43" fmla="*/ 844040 w 1969773"/>
                  <a:gd name="connsiteY43" fmla="*/ 481215 h 1011554"/>
                  <a:gd name="connsiteX44" fmla="*/ 855470 w 1969773"/>
                  <a:gd name="connsiteY44" fmla="*/ 54495 h 1011554"/>
                  <a:gd name="connsiteX45" fmla="*/ 599247 w 1969773"/>
                  <a:gd name="connsiteY45" fmla="*/ 499312 h 1011554"/>
                  <a:gd name="connsiteX46" fmla="*/ 779270 w 1969773"/>
                  <a:gd name="connsiteY46" fmla="*/ 567892 h 1011554"/>
                  <a:gd name="connsiteX47" fmla="*/ 1044069 w 1969773"/>
                  <a:gd name="connsiteY47" fmla="*/ 107834 h 1011554"/>
                  <a:gd name="connsiteX48" fmla="*/ 779270 w 1969773"/>
                  <a:gd name="connsiteY48" fmla="*/ 567892 h 1011554"/>
                  <a:gd name="connsiteX49" fmla="*/ 856422 w 1969773"/>
                  <a:gd name="connsiteY49" fmla="*/ 197370 h 1011554"/>
                  <a:gd name="connsiteX50" fmla="*/ 674495 w 1969773"/>
                  <a:gd name="connsiteY50" fmla="*/ 135457 h 1011554"/>
                  <a:gd name="connsiteX51" fmla="*/ 599247 w 1969773"/>
                  <a:gd name="connsiteY51" fmla="*/ 499312 h 1011554"/>
                  <a:gd name="connsiteX52" fmla="*/ 674495 w 1969773"/>
                  <a:gd name="connsiteY52" fmla="*/ 135457 h 1011554"/>
                  <a:gd name="connsiteX53" fmla="*/ 428750 w 1969773"/>
                  <a:gd name="connsiteY53" fmla="*/ 633615 h 1011554"/>
                  <a:gd name="connsiteX54" fmla="*/ 621155 w 1969773"/>
                  <a:gd name="connsiteY54" fmla="*/ 675525 h 1011554"/>
                  <a:gd name="connsiteX55" fmla="*/ 856422 w 1969773"/>
                  <a:gd name="connsiteY55" fmla="*/ 197370 h 1011554"/>
                  <a:gd name="connsiteX56" fmla="*/ 621155 w 1969773"/>
                  <a:gd name="connsiteY56" fmla="*/ 675525 h 1011554"/>
                  <a:gd name="connsiteX57" fmla="*/ 609725 w 1969773"/>
                  <a:gd name="connsiteY57" fmla="*/ 244995 h 1011554"/>
                  <a:gd name="connsiteX58" fmla="*/ 418272 w 1969773"/>
                  <a:gd name="connsiteY58" fmla="*/ 207847 h 1011554"/>
                  <a:gd name="connsiteX59" fmla="*/ 428750 w 1969773"/>
                  <a:gd name="connsiteY59" fmla="*/ 633615 h 1011554"/>
                  <a:gd name="connsiteX60" fmla="*/ 418272 w 1969773"/>
                  <a:gd name="connsiteY60" fmla="*/ 207847 h 1011554"/>
                  <a:gd name="connsiteX61" fmla="*/ 178242 w 1969773"/>
                  <a:gd name="connsiteY61" fmla="*/ 753630 h 1011554"/>
                  <a:gd name="connsiteX62" fmla="*/ 360170 w 1969773"/>
                  <a:gd name="connsiteY62" fmla="*/ 812685 h 1011554"/>
                  <a:gd name="connsiteX63" fmla="*/ 609725 w 1969773"/>
                  <a:gd name="connsiteY63" fmla="*/ 244995 h 1011554"/>
                  <a:gd name="connsiteX64" fmla="*/ 360170 w 1969773"/>
                  <a:gd name="connsiteY64" fmla="*/ 812685 h 1011554"/>
                  <a:gd name="connsiteX65" fmla="*/ 440180 w 1969773"/>
                  <a:gd name="connsiteY65" fmla="*/ 435495 h 1011554"/>
                  <a:gd name="connsiteX66" fmla="*/ 263015 w 1969773"/>
                  <a:gd name="connsiteY66" fmla="*/ 349770 h 1011554"/>
                  <a:gd name="connsiteX67" fmla="*/ 178242 w 1969773"/>
                  <a:gd name="connsiteY67" fmla="*/ 753630 h 1011554"/>
                  <a:gd name="connsiteX68" fmla="*/ 263015 w 1969773"/>
                  <a:gd name="connsiteY68" fmla="*/ 349770 h 1011554"/>
                  <a:gd name="connsiteX69" fmla="*/ 125 w 1969773"/>
                  <a:gd name="connsiteY69" fmla="*/ 668857 h 1011554"/>
                  <a:gd name="connsiteX70" fmla="*/ 182052 w 1969773"/>
                  <a:gd name="connsiteY70" fmla="*/ 746962 h 1011554"/>
                  <a:gd name="connsiteX71" fmla="*/ 440180 w 1969773"/>
                  <a:gd name="connsiteY71" fmla="*/ 435495 h 1011554"/>
                  <a:gd name="connsiteX72" fmla="*/ 182052 w 1969773"/>
                  <a:gd name="connsiteY72" fmla="*/ 746962 h 1011554"/>
                  <a:gd name="connsiteX73" fmla="*/ 203007 w 1969773"/>
                  <a:gd name="connsiteY73" fmla="*/ 580275 h 1011554"/>
                  <a:gd name="connsiteX74" fmla="*/ 13460 w 1969773"/>
                  <a:gd name="connsiteY74" fmla="*/ 557415 h 1011554"/>
                  <a:gd name="connsiteX75" fmla="*/ 125 w 1969773"/>
                  <a:gd name="connsiteY75" fmla="*/ 668857 h 1011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1969773" h="1011554">
                    <a:moveTo>
                      <a:pt x="1959421" y="965085"/>
                    </a:moveTo>
                    <a:lnTo>
                      <a:pt x="1969899" y="892695"/>
                    </a:lnTo>
                    <a:lnTo>
                      <a:pt x="1794639" y="771727"/>
                    </a:lnTo>
                    <a:lnTo>
                      <a:pt x="1770826" y="938415"/>
                    </a:lnTo>
                    <a:close/>
                    <a:moveTo>
                      <a:pt x="1794639" y="771727"/>
                    </a:moveTo>
                    <a:lnTo>
                      <a:pt x="1575564" y="893647"/>
                    </a:lnTo>
                    <a:lnTo>
                      <a:pt x="1754634" y="1011757"/>
                    </a:lnTo>
                    <a:lnTo>
                      <a:pt x="1969899" y="892695"/>
                    </a:lnTo>
                    <a:close/>
                    <a:moveTo>
                      <a:pt x="1754634" y="1011757"/>
                    </a:moveTo>
                    <a:lnTo>
                      <a:pt x="1809879" y="507885"/>
                    </a:lnTo>
                    <a:lnTo>
                      <a:pt x="1625094" y="442162"/>
                    </a:lnTo>
                    <a:lnTo>
                      <a:pt x="1575564" y="893647"/>
                    </a:lnTo>
                    <a:close/>
                    <a:moveTo>
                      <a:pt x="1625094" y="442162"/>
                    </a:moveTo>
                    <a:lnTo>
                      <a:pt x="1458406" y="699337"/>
                    </a:lnTo>
                    <a:lnTo>
                      <a:pt x="1647954" y="757440"/>
                    </a:lnTo>
                    <a:lnTo>
                      <a:pt x="1809879" y="507885"/>
                    </a:lnTo>
                    <a:close/>
                    <a:moveTo>
                      <a:pt x="1647954" y="757440"/>
                    </a:moveTo>
                    <a:lnTo>
                      <a:pt x="1655574" y="384060"/>
                    </a:lnTo>
                    <a:lnTo>
                      <a:pt x="1466979" y="315480"/>
                    </a:lnTo>
                    <a:lnTo>
                      <a:pt x="1458406" y="699337"/>
                    </a:lnTo>
                    <a:close/>
                    <a:moveTo>
                      <a:pt x="1466979" y="315480"/>
                    </a:moveTo>
                    <a:lnTo>
                      <a:pt x="1229806" y="606945"/>
                    </a:lnTo>
                    <a:lnTo>
                      <a:pt x="1411734" y="685050"/>
                    </a:lnTo>
                    <a:lnTo>
                      <a:pt x="1655574" y="384060"/>
                    </a:lnTo>
                    <a:close/>
                    <a:moveTo>
                      <a:pt x="1411734" y="685050"/>
                    </a:moveTo>
                    <a:lnTo>
                      <a:pt x="1487934" y="111645"/>
                    </a:lnTo>
                    <a:lnTo>
                      <a:pt x="1303149" y="55447"/>
                    </a:lnTo>
                    <a:lnTo>
                      <a:pt x="1229806" y="606945"/>
                    </a:lnTo>
                    <a:close/>
                    <a:moveTo>
                      <a:pt x="1303149" y="55447"/>
                    </a:moveTo>
                    <a:lnTo>
                      <a:pt x="1025971" y="614565"/>
                    </a:lnTo>
                    <a:lnTo>
                      <a:pt x="1214566" y="664095"/>
                    </a:lnTo>
                    <a:lnTo>
                      <a:pt x="1487934" y="111645"/>
                    </a:lnTo>
                    <a:close/>
                    <a:moveTo>
                      <a:pt x="1214566" y="664095"/>
                    </a:moveTo>
                    <a:lnTo>
                      <a:pt x="1248856" y="45922"/>
                    </a:lnTo>
                    <a:lnTo>
                      <a:pt x="1060261" y="202"/>
                    </a:lnTo>
                    <a:lnTo>
                      <a:pt x="1025971" y="614565"/>
                    </a:lnTo>
                    <a:close/>
                    <a:moveTo>
                      <a:pt x="1060261" y="202"/>
                    </a:moveTo>
                    <a:lnTo>
                      <a:pt x="844040" y="481215"/>
                    </a:lnTo>
                    <a:lnTo>
                      <a:pt x="1033591" y="525030"/>
                    </a:lnTo>
                    <a:lnTo>
                      <a:pt x="1248856" y="45922"/>
                    </a:lnTo>
                    <a:close/>
                    <a:moveTo>
                      <a:pt x="1033591" y="525030"/>
                    </a:moveTo>
                    <a:lnTo>
                      <a:pt x="1044069" y="107834"/>
                    </a:lnTo>
                    <a:lnTo>
                      <a:pt x="855470" y="54495"/>
                    </a:lnTo>
                    <a:lnTo>
                      <a:pt x="844040" y="481215"/>
                    </a:lnTo>
                    <a:close/>
                    <a:moveTo>
                      <a:pt x="855470" y="54495"/>
                    </a:moveTo>
                    <a:lnTo>
                      <a:pt x="599247" y="499312"/>
                    </a:lnTo>
                    <a:lnTo>
                      <a:pt x="779270" y="567892"/>
                    </a:lnTo>
                    <a:lnTo>
                      <a:pt x="1044069" y="107834"/>
                    </a:lnTo>
                    <a:close/>
                    <a:moveTo>
                      <a:pt x="779270" y="567892"/>
                    </a:moveTo>
                    <a:lnTo>
                      <a:pt x="856422" y="197370"/>
                    </a:lnTo>
                    <a:lnTo>
                      <a:pt x="674495" y="135457"/>
                    </a:lnTo>
                    <a:lnTo>
                      <a:pt x="599247" y="499312"/>
                    </a:lnTo>
                    <a:close/>
                    <a:moveTo>
                      <a:pt x="674495" y="135457"/>
                    </a:moveTo>
                    <a:lnTo>
                      <a:pt x="428750" y="633615"/>
                    </a:lnTo>
                    <a:lnTo>
                      <a:pt x="621155" y="675525"/>
                    </a:lnTo>
                    <a:lnTo>
                      <a:pt x="856422" y="197370"/>
                    </a:lnTo>
                    <a:close/>
                    <a:moveTo>
                      <a:pt x="621155" y="675525"/>
                    </a:moveTo>
                    <a:lnTo>
                      <a:pt x="609725" y="244995"/>
                    </a:lnTo>
                    <a:lnTo>
                      <a:pt x="418272" y="207847"/>
                    </a:lnTo>
                    <a:lnTo>
                      <a:pt x="428750" y="633615"/>
                    </a:lnTo>
                    <a:close/>
                    <a:moveTo>
                      <a:pt x="418272" y="207847"/>
                    </a:moveTo>
                    <a:lnTo>
                      <a:pt x="178242" y="753630"/>
                    </a:lnTo>
                    <a:lnTo>
                      <a:pt x="360170" y="812685"/>
                    </a:lnTo>
                    <a:lnTo>
                      <a:pt x="609725" y="244995"/>
                    </a:lnTo>
                    <a:close/>
                    <a:moveTo>
                      <a:pt x="360170" y="812685"/>
                    </a:moveTo>
                    <a:lnTo>
                      <a:pt x="440180" y="435495"/>
                    </a:lnTo>
                    <a:lnTo>
                      <a:pt x="263015" y="349770"/>
                    </a:lnTo>
                    <a:lnTo>
                      <a:pt x="178242" y="753630"/>
                    </a:lnTo>
                    <a:close/>
                    <a:moveTo>
                      <a:pt x="263015" y="349770"/>
                    </a:moveTo>
                    <a:lnTo>
                      <a:pt x="125" y="668857"/>
                    </a:lnTo>
                    <a:lnTo>
                      <a:pt x="182052" y="746962"/>
                    </a:lnTo>
                    <a:lnTo>
                      <a:pt x="440180" y="435495"/>
                    </a:lnTo>
                    <a:close/>
                    <a:moveTo>
                      <a:pt x="182052" y="746962"/>
                    </a:moveTo>
                    <a:lnTo>
                      <a:pt x="203007" y="580275"/>
                    </a:lnTo>
                    <a:lnTo>
                      <a:pt x="13460" y="557415"/>
                    </a:lnTo>
                    <a:lnTo>
                      <a:pt x="125" y="668857"/>
                    </a:lnTo>
                    <a:close/>
                  </a:path>
                </a:pathLst>
              </a:custGeom>
              <a:solidFill>
                <a:srgbClr val="346778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77070F8-BD50-3036-4B13-0BC574691BF4}"/>
                  </a:ext>
                </a:extLst>
              </p:cNvPr>
              <p:cNvSpPr/>
              <p:nvPr/>
            </p:nvSpPr>
            <p:spPr>
              <a:xfrm>
                <a:off x="6861845" y="5760231"/>
                <a:ext cx="685799" cy="697229"/>
              </a:xfrm>
              <a:custGeom>
                <a:avLst/>
                <a:gdLst>
                  <a:gd name="connsiteX0" fmla="*/ 617699 w 685799"/>
                  <a:gd name="connsiteY0" fmla="*/ 600187 h 697229"/>
                  <a:gd name="connsiteX1" fmla="*/ 683421 w 685799"/>
                  <a:gd name="connsiteY1" fmla="*/ 396352 h 697229"/>
                  <a:gd name="connsiteX2" fmla="*/ 518639 w 685799"/>
                  <a:gd name="connsiteY2" fmla="*/ 285862 h 697229"/>
                  <a:gd name="connsiteX3" fmla="*/ 436724 w 685799"/>
                  <a:gd name="connsiteY3" fmla="*/ 542085 h 697229"/>
                  <a:gd name="connsiteX4" fmla="*/ 518639 w 685799"/>
                  <a:gd name="connsiteY4" fmla="*/ 285862 h 697229"/>
                  <a:gd name="connsiteX5" fmla="*/ 184311 w 685799"/>
                  <a:gd name="connsiteY5" fmla="*/ 567802 h 697229"/>
                  <a:gd name="connsiteX6" fmla="*/ 326234 w 685799"/>
                  <a:gd name="connsiteY6" fmla="*/ 697342 h 697229"/>
                  <a:gd name="connsiteX7" fmla="*/ 683421 w 685799"/>
                  <a:gd name="connsiteY7" fmla="*/ 396352 h 697229"/>
                  <a:gd name="connsiteX8" fmla="*/ 326234 w 685799"/>
                  <a:gd name="connsiteY8" fmla="*/ 697342 h 697229"/>
                  <a:gd name="connsiteX9" fmla="*/ 686279 w 685799"/>
                  <a:gd name="connsiteY9" fmla="*/ 184897 h 697229"/>
                  <a:gd name="connsiteX10" fmla="*/ 544356 w 685799"/>
                  <a:gd name="connsiteY10" fmla="*/ 56309 h 697229"/>
                  <a:gd name="connsiteX11" fmla="*/ 184311 w 685799"/>
                  <a:gd name="connsiteY11" fmla="*/ 567802 h 697229"/>
                  <a:gd name="connsiteX12" fmla="*/ 544356 w 685799"/>
                  <a:gd name="connsiteY12" fmla="*/ 56309 h 697229"/>
                  <a:gd name="connsiteX13" fmla="*/ 39531 w 685799"/>
                  <a:gd name="connsiteY13" fmla="*/ 485887 h 697229"/>
                  <a:gd name="connsiteX14" fmla="*/ 184311 w 685799"/>
                  <a:gd name="connsiteY14" fmla="*/ 612570 h 697229"/>
                  <a:gd name="connsiteX15" fmla="*/ 686279 w 685799"/>
                  <a:gd name="connsiteY15" fmla="*/ 184897 h 697229"/>
                  <a:gd name="connsiteX16" fmla="*/ 184311 w 685799"/>
                  <a:gd name="connsiteY16" fmla="*/ 612570 h 697229"/>
                  <a:gd name="connsiteX17" fmla="*/ 493874 w 685799"/>
                  <a:gd name="connsiteY17" fmla="*/ 141082 h 697229"/>
                  <a:gd name="connsiteX18" fmla="*/ 358619 w 685799"/>
                  <a:gd name="connsiteY18" fmla="*/ 112 h 697229"/>
                  <a:gd name="connsiteX19" fmla="*/ 39531 w 685799"/>
                  <a:gd name="connsiteY19" fmla="*/ 485887 h 697229"/>
                  <a:gd name="connsiteX20" fmla="*/ 358619 w 685799"/>
                  <a:gd name="connsiteY20" fmla="*/ 112 h 697229"/>
                  <a:gd name="connsiteX21" fmla="*/ 479 w 685799"/>
                  <a:gd name="connsiteY21" fmla="*/ 212520 h 697229"/>
                  <a:gd name="connsiteX22" fmla="*/ 155736 w 685799"/>
                  <a:gd name="connsiteY22" fmla="*/ 342060 h 697229"/>
                  <a:gd name="connsiteX23" fmla="*/ 493874 w 685799"/>
                  <a:gd name="connsiteY23" fmla="*/ 141082 h 697229"/>
                  <a:gd name="connsiteX24" fmla="*/ 155736 w 685799"/>
                  <a:gd name="connsiteY24" fmla="*/ 342060 h 697229"/>
                  <a:gd name="connsiteX25" fmla="*/ 204314 w 685799"/>
                  <a:gd name="connsiteY25" fmla="*/ 209662 h 697229"/>
                  <a:gd name="connsiteX26" fmla="*/ 25244 w 685799"/>
                  <a:gd name="connsiteY26" fmla="*/ 144892 h 697229"/>
                  <a:gd name="connsiteX27" fmla="*/ 479 w 685799"/>
                  <a:gd name="connsiteY27" fmla="*/ 212520 h 697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85799" h="697229">
                    <a:moveTo>
                      <a:pt x="617699" y="600187"/>
                    </a:moveTo>
                    <a:lnTo>
                      <a:pt x="683421" y="396352"/>
                    </a:lnTo>
                    <a:lnTo>
                      <a:pt x="518639" y="285862"/>
                    </a:lnTo>
                    <a:lnTo>
                      <a:pt x="436724" y="542085"/>
                    </a:lnTo>
                    <a:close/>
                    <a:moveTo>
                      <a:pt x="518639" y="285862"/>
                    </a:moveTo>
                    <a:lnTo>
                      <a:pt x="184311" y="567802"/>
                    </a:lnTo>
                    <a:lnTo>
                      <a:pt x="326234" y="697342"/>
                    </a:lnTo>
                    <a:lnTo>
                      <a:pt x="683421" y="396352"/>
                    </a:lnTo>
                    <a:close/>
                    <a:moveTo>
                      <a:pt x="326234" y="697342"/>
                    </a:moveTo>
                    <a:lnTo>
                      <a:pt x="686279" y="184897"/>
                    </a:lnTo>
                    <a:lnTo>
                      <a:pt x="544356" y="56309"/>
                    </a:lnTo>
                    <a:lnTo>
                      <a:pt x="184311" y="567802"/>
                    </a:lnTo>
                    <a:close/>
                    <a:moveTo>
                      <a:pt x="544356" y="56309"/>
                    </a:moveTo>
                    <a:lnTo>
                      <a:pt x="39531" y="485887"/>
                    </a:lnTo>
                    <a:lnTo>
                      <a:pt x="184311" y="612570"/>
                    </a:lnTo>
                    <a:lnTo>
                      <a:pt x="686279" y="184897"/>
                    </a:lnTo>
                    <a:close/>
                    <a:moveTo>
                      <a:pt x="184311" y="612570"/>
                    </a:moveTo>
                    <a:lnTo>
                      <a:pt x="493874" y="141082"/>
                    </a:lnTo>
                    <a:lnTo>
                      <a:pt x="358619" y="112"/>
                    </a:lnTo>
                    <a:lnTo>
                      <a:pt x="39531" y="485887"/>
                    </a:lnTo>
                    <a:close/>
                    <a:moveTo>
                      <a:pt x="358619" y="112"/>
                    </a:moveTo>
                    <a:lnTo>
                      <a:pt x="479" y="212520"/>
                    </a:lnTo>
                    <a:lnTo>
                      <a:pt x="155736" y="342060"/>
                    </a:lnTo>
                    <a:lnTo>
                      <a:pt x="493874" y="141082"/>
                    </a:lnTo>
                    <a:close/>
                    <a:moveTo>
                      <a:pt x="155736" y="342060"/>
                    </a:moveTo>
                    <a:lnTo>
                      <a:pt x="204314" y="209662"/>
                    </a:lnTo>
                    <a:lnTo>
                      <a:pt x="25244" y="144892"/>
                    </a:lnTo>
                    <a:lnTo>
                      <a:pt x="479" y="212520"/>
                    </a:lnTo>
                    <a:close/>
                  </a:path>
                </a:pathLst>
              </a:custGeom>
              <a:solidFill>
                <a:srgbClr val="426397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E9C75151-AF57-1F0A-E128-207CF5ABC0AB}"/>
                  </a:ext>
                </a:extLst>
              </p:cNvPr>
              <p:cNvSpPr/>
              <p:nvPr/>
            </p:nvSpPr>
            <p:spPr>
              <a:xfrm>
                <a:off x="3950048" y="7522354"/>
                <a:ext cx="1592584" cy="1071564"/>
              </a:xfrm>
              <a:custGeom>
                <a:avLst/>
                <a:gdLst>
                  <a:gd name="connsiteX0" fmla="*/ 178 w 1592584"/>
                  <a:gd name="connsiteY0" fmla="*/ 505125 h 1071564"/>
                  <a:gd name="connsiteX1" fmla="*/ 46850 w 1592584"/>
                  <a:gd name="connsiteY1" fmla="*/ 674670 h 1071564"/>
                  <a:gd name="connsiteX2" fmla="*/ 252590 w 1592584"/>
                  <a:gd name="connsiteY2" fmla="*/ 700387 h 1071564"/>
                  <a:gd name="connsiteX3" fmla="*/ 184010 w 1592584"/>
                  <a:gd name="connsiteY3" fmla="*/ 453690 h 1071564"/>
                  <a:gd name="connsiteX4" fmla="*/ 252590 w 1592584"/>
                  <a:gd name="connsiteY4" fmla="*/ 700387 h 1071564"/>
                  <a:gd name="connsiteX5" fmla="*/ 444043 w 1592584"/>
                  <a:gd name="connsiteY5" fmla="*/ 369870 h 1071564"/>
                  <a:gd name="connsiteX6" fmla="*/ 237350 w 1592584"/>
                  <a:gd name="connsiteY6" fmla="*/ 346057 h 1071564"/>
                  <a:gd name="connsiteX7" fmla="*/ 46850 w 1592584"/>
                  <a:gd name="connsiteY7" fmla="*/ 674670 h 1071564"/>
                  <a:gd name="connsiteX8" fmla="*/ 237350 w 1592584"/>
                  <a:gd name="connsiteY8" fmla="*/ 346057 h 1071564"/>
                  <a:gd name="connsiteX9" fmla="*/ 407848 w 1592584"/>
                  <a:gd name="connsiteY9" fmla="*/ 896605 h 1071564"/>
                  <a:gd name="connsiteX10" fmla="*/ 612635 w 1592584"/>
                  <a:gd name="connsiteY10" fmla="*/ 914703 h 1071564"/>
                  <a:gd name="connsiteX11" fmla="*/ 444043 w 1592584"/>
                  <a:gd name="connsiteY11" fmla="*/ 369870 h 1071564"/>
                  <a:gd name="connsiteX12" fmla="*/ 612635 w 1592584"/>
                  <a:gd name="connsiteY12" fmla="*/ 914703 h 1071564"/>
                  <a:gd name="connsiteX13" fmla="*/ 746938 w 1592584"/>
                  <a:gd name="connsiteY13" fmla="*/ 653715 h 1071564"/>
                  <a:gd name="connsiteX14" fmla="*/ 547865 w 1592584"/>
                  <a:gd name="connsiteY14" fmla="*/ 624187 h 1071564"/>
                  <a:gd name="connsiteX15" fmla="*/ 407848 w 1592584"/>
                  <a:gd name="connsiteY15" fmla="*/ 896605 h 1071564"/>
                  <a:gd name="connsiteX16" fmla="*/ 547865 w 1592584"/>
                  <a:gd name="connsiteY16" fmla="*/ 624187 h 1071564"/>
                  <a:gd name="connsiteX17" fmla="*/ 622160 w 1592584"/>
                  <a:gd name="connsiteY17" fmla="*/ 1018525 h 1071564"/>
                  <a:gd name="connsiteX18" fmla="*/ 814565 w 1592584"/>
                  <a:gd name="connsiteY18" fmla="*/ 1011858 h 1071564"/>
                  <a:gd name="connsiteX19" fmla="*/ 746938 w 1592584"/>
                  <a:gd name="connsiteY19" fmla="*/ 653715 h 1071564"/>
                  <a:gd name="connsiteX20" fmla="*/ 814565 w 1592584"/>
                  <a:gd name="connsiteY20" fmla="*/ 1011858 h 1071564"/>
                  <a:gd name="connsiteX21" fmla="*/ 862190 w 1592584"/>
                  <a:gd name="connsiteY21" fmla="*/ 623235 h 1071564"/>
                  <a:gd name="connsiteX22" fmla="*/ 667880 w 1592584"/>
                  <a:gd name="connsiteY22" fmla="*/ 643237 h 1071564"/>
                  <a:gd name="connsiteX23" fmla="*/ 622160 w 1592584"/>
                  <a:gd name="connsiteY23" fmla="*/ 1018525 h 1071564"/>
                  <a:gd name="connsiteX24" fmla="*/ 667880 w 1592584"/>
                  <a:gd name="connsiteY24" fmla="*/ 643237 h 1071564"/>
                  <a:gd name="connsiteX25" fmla="*/ 803135 w 1592584"/>
                  <a:gd name="connsiteY25" fmla="*/ 1038528 h 1071564"/>
                  <a:gd name="connsiteX26" fmla="*/ 998403 w 1592584"/>
                  <a:gd name="connsiteY26" fmla="*/ 1019478 h 1071564"/>
                  <a:gd name="connsiteX27" fmla="*/ 862190 w 1592584"/>
                  <a:gd name="connsiteY27" fmla="*/ 623235 h 1071564"/>
                  <a:gd name="connsiteX28" fmla="*/ 998403 w 1592584"/>
                  <a:gd name="connsiteY28" fmla="*/ 1019478 h 1071564"/>
                  <a:gd name="connsiteX29" fmla="*/ 1079365 w 1592584"/>
                  <a:gd name="connsiteY29" fmla="*/ 422257 h 1071564"/>
                  <a:gd name="connsiteX30" fmla="*/ 886003 w 1592584"/>
                  <a:gd name="connsiteY30" fmla="*/ 430830 h 1071564"/>
                  <a:gd name="connsiteX31" fmla="*/ 803135 w 1592584"/>
                  <a:gd name="connsiteY31" fmla="*/ 1038528 h 1071564"/>
                  <a:gd name="connsiteX32" fmla="*/ 886003 w 1592584"/>
                  <a:gd name="connsiteY32" fmla="*/ 430830 h 1071564"/>
                  <a:gd name="connsiteX33" fmla="*/ 1030788 w 1592584"/>
                  <a:gd name="connsiteY33" fmla="*/ 1071865 h 1071564"/>
                  <a:gd name="connsiteX34" fmla="*/ 1221288 w 1592584"/>
                  <a:gd name="connsiteY34" fmla="*/ 1048053 h 1071564"/>
                  <a:gd name="connsiteX35" fmla="*/ 1079365 w 1592584"/>
                  <a:gd name="connsiteY35" fmla="*/ 422257 h 1071564"/>
                  <a:gd name="connsiteX36" fmla="*/ 1221288 w 1592584"/>
                  <a:gd name="connsiteY36" fmla="*/ 1048053 h 1071564"/>
                  <a:gd name="connsiteX37" fmla="*/ 1208905 w 1592584"/>
                  <a:gd name="connsiteY37" fmla="*/ 443212 h 1071564"/>
                  <a:gd name="connsiteX38" fmla="*/ 1019357 w 1592584"/>
                  <a:gd name="connsiteY38" fmla="*/ 487980 h 1071564"/>
                  <a:gd name="connsiteX39" fmla="*/ 1030788 w 1592584"/>
                  <a:gd name="connsiteY39" fmla="*/ 1071865 h 1071564"/>
                  <a:gd name="connsiteX40" fmla="*/ 1019357 w 1592584"/>
                  <a:gd name="connsiteY40" fmla="*/ 487980 h 1071564"/>
                  <a:gd name="connsiteX41" fmla="*/ 1227955 w 1592584"/>
                  <a:gd name="connsiteY41" fmla="*/ 922323 h 1071564"/>
                  <a:gd name="connsiteX42" fmla="*/ 1415598 w 1592584"/>
                  <a:gd name="connsiteY42" fmla="*/ 871837 h 1071564"/>
                  <a:gd name="connsiteX43" fmla="*/ 1208905 w 1592584"/>
                  <a:gd name="connsiteY43" fmla="*/ 443212 h 1071564"/>
                  <a:gd name="connsiteX44" fmla="*/ 1415598 w 1592584"/>
                  <a:gd name="connsiteY44" fmla="*/ 871837 h 1071564"/>
                  <a:gd name="connsiteX45" fmla="*/ 1348923 w 1592584"/>
                  <a:gd name="connsiteY45" fmla="*/ 77452 h 1071564"/>
                  <a:gd name="connsiteX46" fmla="*/ 1161280 w 1592584"/>
                  <a:gd name="connsiteY46" fmla="*/ 116505 h 1071564"/>
                  <a:gd name="connsiteX47" fmla="*/ 1227955 w 1592584"/>
                  <a:gd name="connsiteY47" fmla="*/ 922323 h 1071564"/>
                  <a:gd name="connsiteX48" fmla="*/ 1161280 w 1592584"/>
                  <a:gd name="connsiteY48" fmla="*/ 116505 h 1071564"/>
                  <a:gd name="connsiteX49" fmla="*/ 1328920 w 1592584"/>
                  <a:gd name="connsiteY49" fmla="*/ 615615 h 1071564"/>
                  <a:gd name="connsiteX50" fmla="*/ 1521325 w 1592584"/>
                  <a:gd name="connsiteY50" fmla="*/ 587992 h 1071564"/>
                  <a:gd name="connsiteX51" fmla="*/ 1348923 w 1592584"/>
                  <a:gd name="connsiteY51" fmla="*/ 77452 h 1071564"/>
                  <a:gd name="connsiteX52" fmla="*/ 1521325 w 1592584"/>
                  <a:gd name="connsiteY52" fmla="*/ 587992 h 1071564"/>
                  <a:gd name="connsiteX53" fmla="*/ 1548948 w 1592584"/>
                  <a:gd name="connsiteY53" fmla="*/ 300 h 1071564"/>
                  <a:gd name="connsiteX54" fmla="*/ 1356543 w 1592584"/>
                  <a:gd name="connsiteY54" fmla="*/ 42210 h 1071564"/>
                  <a:gd name="connsiteX55" fmla="*/ 1328920 w 1592584"/>
                  <a:gd name="connsiteY55" fmla="*/ 615615 h 1071564"/>
                  <a:gd name="connsiteX56" fmla="*/ 1356543 w 1592584"/>
                  <a:gd name="connsiteY56" fmla="*/ 42210 h 1071564"/>
                  <a:gd name="connsiteX57" fmla="*/ 1423218 w 1592584"/>
                  <a:gd name="connsiteY57" fmla="*/ 171750 h 1071564"/>
                  <a:gd name="connsiteX58" fmla="*/ 1592763 w 1592584"/>
                  <a:gd name="connsiteY58" fmla="*/ 84120 h 1071564"/>
                  <a:gd name="connsiteX59" fmla="*/ 1548948 w 1592584"/>
                  <a:gd name="connsiteY59" fmla="*/ 300 h 1071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1592584" h="1071564">
                    <a:moveTo>
                      <a:pt x="178" y="505125"/>
                    </a:moveTo>
                    <a:lnTo>
                      <a:pt x="46850" y="674670"/>
                    </a:lnTo>
                    <a:lnTo>
                      <a:pt x="252590" y="700387"/>
                    </a:lnTo>
                    <a:lnTo>
                      <a:pt x="184010" y="453690"/>
                    </a:lnTo>
                    <a:close/>
                    <a:moveTo>
                      <a:pt x="252590" y="700387"/>
                    </a:moveTo>
                    <a:lnTo>
                      <a:pt x="444043" y="369870"/>
                    </a:lnTo>
                    <a:lnTo>
                      <a:pt x="237350" y="346057"/>
                    </a:lnTo>
                    <a:lnTo>
                      <a:pt x="46850" y="674670"/>
                    </a:lnTo>
                    <a:close/>
                    <a:moveTo>
                      <a:pt x="237350" y="346057"/>
                    </a:moveTo>
                    <a:lnTo>
                      <a:pt x="407848" y="896605"/>
                    </a:lnTo>
                    <a:lnTo>
                      <a:pt x="612635" y="914703"/>
                    </a:lnTo>
                    <a:lnTo>
                      <a:pt x="444043" y="369870"/>
                    </a:lnTo>
                    <a:close/>
                    <a:moveTo>
                      <a:pt x="612635" y="914703"/>
                    </a:moveTo>
                    <a:lnTo>
                      <a:pt x="746938" y="653715"/>
                    </a:lnTo>
                    <a:lnTo>
                      <a:pt x="547865" y="624187"/>
                    </a:lnTo>
                    <a:lnTo>
                      <a:pt x="407848" y="896605"/>
                    </a:lnTo>
                    <a:close/>
                    <a:moveTo>
                      <a:pt x="547865" y="624187"/>
                    </a:moveTo>
                    <a:lnTo>
                      <a:pt x="622160" y="1018525"/>
                    </a:lnTo>
                    <a:lnTo>
                      <a:pt x="814565" y="1011858"/>
                    </a:lnTo>
                    <a:lnTo>
                      <a:pt x="746938" y="653715"/>
                    </a:lnTo>
                    <a:close/>
                    <a:moveTo>
                      <a:pt x="814565" y="1011858"/>
                    </a:moveTo>
                    <a:lnTo>
                      <a:pt x="862190" y="623235"/>
                    </a:lnTo>
                    <a:lnTo>
                      <a:pt x="667880" y="643237"/>
                    </a:lnTo>
                    <a:lnTo>
                      <a:pt x="622160" y="1018525"/>
                    </a:lnTo>
                    <a:close/>
                    <a:moveTo>
                      <a:pt x="667880" y="643237"/>
                    </a:moveTo>
                    <a:lnTo>
                      <a:pt x="803135" y="1038528"/>
                    </a:lnTo>
                    <a:lnTo>
                      <a:pt x="998403" y="1019478"/>
                    </a:lnTo>
                    <a:lnTo>
                      <a:pt x="862190" y="623235"/>
                    </a:lnTo>
                    <a:close/>
                    <a:moveTo>
                      <a:pt x="998403" y="1019478"/>
                    </a:moveTo>
                    <a:lnTo>
                      <a:pt x="1079365" y="422257"/>
                    </a:lnTo>
                    <a:lnTo>
                      <a:pt x="886003" y="430830"/>
                    </a:lnTo>
                    <a:lnTo>
                      <a:pt x="803135" y="1038528"/>
                    </a:lnTo>
                    <a:close/>
                    <a:moveTo>
                      <a:pt x="886003" y="430830"/>
                    </a:moveTo>
                    <a:lnTo>
                      <a:pt x="1030788" y="1071865"/>
                    </a:lnTo>
                    <a:lnTo>
                      <a:pt x="1221288" y="1048053"/>
                    </a:lnTo>
                    <a:lnTo>
                      <a:pt x="1079365" y="422257"/>
                    </a:lnTo>
                    <a:close/>
                    <a:moveTo>
                      <a:pt x="1221288" y="1048053"/>
                    </a:moveTo>
                    <a:lnTo>
                      <a:pt x="1208905" y="443212"/>
                    </a:lnTo>
                    <a:lnTo>
                      <a:pt x="1019357" y="487980"/>
                    </a:lnTo>
                    <a:lnTo>
                      <a:pt x="1030788" y="1071865"/>
                    </a:lnTo>
                    <a:close/>
                    <a:moveTo>
                      <a:pt x="1019357" y="487980"/>
                    </a:moveTo>
                    <a:lnTo>
                      <a:pt x="1227955" y="922323"/>
                    </a:lnTo>
                    <a:lnTo>
                      <a:pt x="1415598" y="871837"/>
                    </a:lnTo>
                    <a:lnTo>
                      <a:pt x="1208905" y="443212"/>
                    </a:lnTo>
                    <a:close/>
                    <a:moveTo>
                      <a:pt x="1415598" y="871837"/>
                    </a:moveTo>
                    <a:lnTo>
                      <a:pt x="1348923" y="77452"/>
                    </a:lnTo>
                    <a:lnTo>
                      <a:pt x="1161280" y="116505"/>
                    </a:lnTo>
                    <a:lnTo>
                      <a:pt x="1227955" y="922323"/>
                    </a:lnTo>
                    <a:close/>
                    <a:moveTo>
                      <a:pt x="1161280" y="116505"/>
                    </a:moveTo>
                    <a:lnTo>
                      <a:pt x="1328920" y="615615"/>
                    </a:lnTo>
                    <a:lnTo>
                      <a:pt x="1521325" y="587992"/>
                    </a:lnTo>
                    <a:lnTo>
                      <a:pt x="1348923" y="77452"/>
                    </a:lnTo>
                    <a:close/>
                    <a:moveTo>
                      <a:pt x="1521325" y="587992"/>
                    </a:moveTo>
                    <a:lnTo>
                      <a:pt x="1548948" y="300"/>
                    </a:lnTo>
                    <a:lnTo>
                      <a:pt x="1356543" y="42210"/>
                    </a:lnTo>
                    <a:lnTo>
                      <a:pt x="1328920" y="615615"/>
                    </a:lnTo>
                    <a:close/>
                    <a:moveTo>
                      <a:pt x="1356543" y="42210"/>
                    </a:moveTo>
                    <a:lnTo>
                      <a:pt x="1423218" y="171750"/>
                    </a:lnTo>
                    <a:lnTo>
                      <a:pt x="1592763" y="84120"/>
                    </a:lnTo>
                    <a:lnTo>
                      <a:pt x="1548948" y="300"/>
                    </a:lnTo>
                    <a:close/>
                  </a:path>
                </a:pathLst>
              </a:custGeom>
              <a:solidFill>
                <a:srgbClr val="426397"/>
              </a:solidFill>
              <a:ln w="9525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270B10B-3BD4-49E0-A848-7CBB9B72E27D}"/>
                  </a:ext>
                </a:extLst>
              </p:cNvPr>
              <p:cNvSpPr txBox="1"/>
              <p:nvPr/>
            </p:nvSpPr>
            <p:spPr>
              <a:xfrm>
                <a:off x="7602890" y="6657010"/>
                <a:ext cx="2087880" cy="358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500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Document Processing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B166D11-8AC2-7593-8F56-8BF826169D28}"/>
                  </a:ext>
                </a:extLst>
              </p:cNvPr>
              <p:cNvSpPr txBox="1"/>
              <p:nvPr/>
            </p:nvSpPr>
            <p:spPr>
              <a:xfrm>
                <a:off x="7602890" y="6885610"/>
                <a:ext cx="687705" cy="358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500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Phase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6168CFD-A8C0-88F3-1D33-1632C03A0EF7}"/>
                  </a:ext>
                </a:extLst>
              </p:cNvPr>
              <p:cNvSpPr txBox="1"/>
              <p:nvPr/>
            </p:nvSpPr>
            <p:spPr>
              <a:xfrm>
                <a:off x="7602890" y="9971710"/>
                <a:ext cx="1916430" cy="358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500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Solution Generation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C51425F-29E6-6F4F-EC52-0596576D1C68}"/>
                  </a:ext>
                </a:extLst>
              </p:cNvPr>
              <p:cNvSpPr txBox="1"/>
              <p:nvPr/>
            </p:nvSpPr>
            <p:spPr>
              <a:xfrm>
                <a:off x="7602890" y="8371510"/>
                <a:ext cx="1744980" cy="358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500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Query Processing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FA026FF-BDA5-709D-5DF8-71896BF767A8}"/>
                  </a:ext>
                </a:extLst>
              </p:cNvPr>
              <p:cNvSpPr txBox="1"/>
              <p:nvPr/>
            </p:nvSpPr>
            <p:spPr>
              <a:xfrm>
                <a:off x="7602890" y="5856910"/>
                <a:ext cx="1754505" cy="358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500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Document Upload 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F8B268D-14B5-EE2B-05FF-92F8C317AB3D}"/>
                  </a:ext>
                </a:extLst>
              </p:cNvPr>
              <p:cNvSpPr txBox="1"/>
              <p:nvPr/>
            </p:nvSpPr>
            <p:spPr>
              <a:xfrm>
                <a:off x="7602890" y="6085510"/>
                <a:ext cx="687705" cy="358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500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Phase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FB2D75B-AFA5-8527-E26B-9297130E4E11}"/>
                  </a:ext>
                </a:extLst>
              </p:cNvPr>
              <p:cNvSpPr txBox="1"/>
              <p:nvPr/>
            </p:nvSpPr>
            <p:spPr>
              <a:xfrm>
                <a:off x="7602890" y="9057310"/>
                <a:ext cx="2087880" cy="358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500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Retrieval-Augmented 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BFCB5F8-C782-F922-0DCE-D9426D13569B}"/>
                  </a:ext>
                </a:extLst>
              </p:cNvPr>
              <p:cNvSpPr txBox="1"/>
              <p:nvPr/>
            </p:nvSpPr>
            <p:spPr>
              <a:xfrm>
                <a:off x="7602890" y="9285910"/>
                <a:ext cx="1144905" cy="358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500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Generation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5EAD6CD-A4B4-0426-0262-0C748A233A84}"/>
                  </a:ext>
                </a:extLst>
              </p:cNvPr>
              <p:cNvSpPr txBox="1"/>
              <p:nvPr/>
            </p:nvSpPr>
            <p:spPr>
              <a:xfrm>
                <a:off x="4208561" y="4978895"/>
                <a:ext cx="3611880" cy="424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875" b="1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Tork AI Methodology Process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99CDBE4-8C91-DFE4-0B9D-399592710B59}"/>
                  </a:ext>
                </a:extLst>
              </p:cNvPr>
              <p:cNvSpPr txBox="1"/>
              <p:nvPr/>
            </p:nvSpPr>
            <p:spPr>
              <a:xfrm>
                <a:off x="7602890" y="7457110"/>
                <a:ext cx="1640205" cy="358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500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Knowledge Base 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F7CC3A6-BE78-64DB-83BD-206821D08206}"/>
                  </a:ext>
                </a:extLst>
              </p:cNvPr>
              <p:cNvSpPr txBox="1"/>
              <p:nvPr/>
            </p:nvSpPr>
            <p:spPr>
              <a:xfrm>
                <a:off x="7602890" y="7685710"/>
                <a:ext cx="925830" cy="358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N" sz="1500" spc="0" baseline="0">
                    <a:ln/>
                    <a:solidFill>
                      <a:srgbClr val="F4F4F4"/>
                    </a:solidFill>
                    <a:latin typeface="Comic Sans MS"/>
                    <a:sym typeface="Comic Sans MS"/>
                    <a:rtl val="0"/>
                  </a:rPr>
                  <a:t>Creation</a:t>
                </a: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401C9A0-5AFD-CD87-7275-41F2A7C99183}"/>
                  </a:ext>
                </a:extLst>
              </p:cNvPr>
              <p:cNvSpPr/>
              <p:nvPr/>
            </p:nvSpPr>
            <p:spPr>
              <a:xfrm>
                <a:off x="6874209" y="9755405"/>
                <a:ext cx="686838" cy="686367"/>
              </a:xfrm>
              <a:custGeom>
                <a:avLst/>
                <a:gdLst>
                  <a:gd name="connsiteX0" fmla="*/ 687250 w 686838"/>
                  <a:gd name="connsiteY0" fmla="*/ 343995 h 686367"/>
                  <a:gd name="connsiteX1" fmla="*/ 344350 w 686838"/>
                  <a:gd name="connsiteY1" fmla="*/ 686895 h 686367"/>
                  <a:gd name="connsiteX2" fmla="*/ 1450 w 686838"/>
                  <a:gd name="connsiteY2" fmla="*/ 343995 h 686367"/>
                  <a:gd name="connsiteX3" fmla="*/ 85270 w 686838"/>
                  <a:gd name="connsiteY3" fmla="*/ 119205 h 686367"/>
                  <a:gd name="connsiteX4" fmla="*/ 344350 w 686838"/>
                  <a:gd name="connsiteY4" fmla="*/ 1095 h 686367"/>
                  <a:gd name="connsiteX5" fmla="*/ 687250 w 686838"/>
                  <a:gd name="connsiteY5" fmla="*/ 343995 h 686367"/>
                  <a:gd name="connsiteX6" fmla="*/ 687250 w 686838"/>
                  <a:gd name="connsiteY6" fmla="*/ 343996 h 686367"/>
                  <a:gd name="connsiteX7" fmla="*/ 344350 w 686838"/>
                  <a:gd name="connsiteY7" fmla="*/ 686896 h 686367"/>
                  <a:gd name="connsiteX8" fmla="*/ 1450 w 686838"/>
                  <a:gd name="connsiteY8" fmla="*/ 343996 h 686367"/>
                  <a:gd name="connsiteX9" fmla="*/ 344350 w 686838"/>
                  <a:gd name="connsiteY9" fmla="*/ 1096 h 686367"/>
                  <a:gd name="connsiteX10" fmla="*/ 687250 w 686838"/>
                  <a:gd name="connsiteY10" fmla="*/ 343996 h 686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86838" h="686367">
                    <a:moveTo>
                      <a:pt x="687250" y="343995"/>
                    </a:moveTo>
                    <a:cubicBezTo>
                      <a:pt x="691060" y="533542"/>
                      <a:pt x="533897" y="685942"/>
                      <a:pt x="344350" y="686895"/>
                    </a:cubicBezTo>
                    <a:cubicBezTo>
                      <a:pt x="154802" y="687847"/>
                      <a:pt x="17642" y="532590"/>
                      <a:pt x="1450" y="343995"/>
                    </a:cubicBezTo>
                    <a:cubicBezTo>
                      <a:pt x="-6170" y="258270"/>
                      <a:pt x="31930" y="178260"/>
                      <a:pt x="85270" y="119205"/>
                    </a:cubicBezTo>
                    <a:cubicBezTo>
                      <a:pt x="149087" y="47767"/>
                      <a:pt x="241480" y="-5572"/>
                      <a:pt x="344350" y="1095"/>
                    </a:cubicBezTo>
                    <a:cubicBezTo>
                      <a:pt x="532945" y="13477"/>
                      <a:pt x="691060" y="154447"/>
                      <a:pt x="687250" y="343995"/>
                    </a:cubicBezTo>
                    <a:moveTo>
                      <a:pt x="687250" y="343996"/>
                    </a:moveTo>
                    <a:cubicBezTo>
                      <a:pt x="687250" y="533375"/>
                      <a:pt x="533729" y="686896"/>
                      <a:pt x="344350" y="686896"/>
                    </a:cubicBezTo>
                    <a:cubicBezTo>
                      <a:pt x="154971" y="686896"/>
                      <a:pt x="1450" y="533375"/>
                      <a:pt x="1450" y="343996"/>
                    </a:cubicBezTo>
                    <a:cubicBezTo>
                      <a:pt x="1450" y="154617"/>
                      <a:pt x="154971" y="1096"/>
                      <a:pt x="344350" y="1096"/>
                    </a:cubicBezTo>
                    <a:cubicBezTo>
                      <a:pt x="533729" y="1096"/>
                      <a:pt x="687250" y="154617"/>
                      <a:pt x="687250" y="343996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FA603842-4BC4-675A-9F64-B210645BA02C}"/>
                  </a:ext>
                </a:extLst>
              </p:cNvPr>
              <p:cNvSpPr/>
              <p:nvPr/>
            </p:nvSpPr>
            <p:spPr>
              <a:xfrm>
                <a:off x="2667986" y="8592833"/>
                <a:ext cx="3970436" cy="1631044"/>
              </a:xfrm>
              <a:custGeom>
                <a:avLst/>
                <a:gdLst>
                  <a:gd name="connsiteX0" fmla="*/ 181965 w 3970436"/>
                  <a:gd name="connsiteY0" fmla="*/ 484416 h 1631044"/>
                  <a:gd name="connsiteX1" fmla="*/ 37 w 3970436"/>
                  <a:gd name="connsiteY1" fmla="*/ 128181 h 1631044"/>
                  <a:gd name="connsiteX2" fmla="*/ 319125 w 3970436"/>
                  <a:gd name="connsiteY2" fmla="*/ 546 h 1631044"/>
                  <a:gd name="connsiteX3" fmla="*/ 469620 w 3970436"/>
                  <a:gd name="connsiteY3" fmla="*/ 296774 h 1631044"/>
                  <a:gd name="connsiteX4" fmla="*/ 978252 w 3970436"/>
                  <a:gd name="connsiteY4" fmla="*/ 810171 h 1631044"/>
                  <a:gd name="connsiteX5" fmla="*/ 1590710 w 3970436"/>
                  <a:gd name="connsiteY5" fmla="*/ 1070201 h 1631044"/>
                  <a:gd name="connsiteX6" fmla="*/ 1855505 w 3970436"/>
                  <a:gd name="connsiteY6" fmla="*/ 944471 h 1631044"/>
                  <a:gd name="connsiteX7" fmla="*/ 2153637 w 3970436"/>
                  <a:gd name="connsiteY7" fmla="*/ 1116873 h 1631044"/>
                  <a:gd name="connsiteX8" fmla="*/ 2531780 w 3970436"/>
                  <a:gd name="connsiteY8" fmla="*/ 1058771 h 1631044"/>
                  <a:gd name="connsiteX9" fmla="*/ 2835628 w 3970436"/>
                  <a:gd name="connsiteY9" fmla="*/ 955901 h 1631044"/>
                  <a:gd name="connsiteX10" fmla="*/ 3151857 w 3970436"/>
                  <a:gd name="connsiteY10" fmla="*/ 783501 h 1631044"/>
                  <a:gd name="connsiteX11" fmla="*/ 3449037 w 3970436"/>
                  <a:gd name="connsiteY11" fmla="*/ 536804 h 1631044"/>
                  <a:gd name="connsiteX12" fmla="*/ 3282350 w 3970436"/>
                  <a:gd name="connsiteY12" fmla="*/ 427266 h 1631044"/>
                  <a:gd name="connsiteX13" fmla="*/ 3641442 w 3970436"/>
                  <a:gd name="connsiteY13" fmla="*/ 247244 h 1631044"/>
                  <a:gd name="connsiteX14" fmla="*/ 3970055 w 3970436"/>
                  <a:gd name="connsiteY14" fmla="*/ 81509 h 1631044"/>
                  <a:gd name="connsiteX15" fmla="*/ 3925287 w 3970436"/>
                  <a:gd name="connsiteY15" fmla="*/ 850176 h 1631044"/>
                  <a:gd name="connsiteX16" fmla="*/ 3740503 w 3970436"/>
                  <a:gd name="connsiteY16" fmla="*/ 728256 h 1631044"/>
                  <a:gd name="connsiteX17" fmla="*/ 3420462 w 3970436"/>
                  <a:gd name="connsiteY17" fmla="*/ 1014003 h 1631044"/>
                  <a:gd name="connsiteX18" fmla="*/ 2996600 w 3970436"/>
                  <a:gd name="connsiteY18" fmla="*/ 1258796 h 1631044"/>
                  <a:gd name="connsiteX19" fmla="*/ 2547020 w 3970436"/>
                  <a:gd name="connsiteY19" fmla="*/ 1406433 h 1631044"/>
                  <a:gd name="connsiteX20" fmla="*/ 2152685 w 3970436"/>
                  <a:gd name="connsiteY20" fmla="*/ 1459773 h 1631044"/>
                  <a:gd name="connsiteX21" fmla="*/ 1855505 w 3970436"/>
                  <a:gd name="connsiteY21" fmla="*/ 1630271 h 1631044"/>
                  <a:gd name="connsiteX22" fmla="*/ 1535465 w 3970436"/>
                  <a:gd name="connsiteY22" fmla="*/ 1410243 h 1631044"/>
                  <a:gd name="connsiteX23" fmla="*/ 781088 w 3970436"/>
                  <a:gd name="connsiteY23" fmla="*/ 1092108 h 1631044"/>
                  <a:gd name="connsiteX24" fmla="*/ 181965 w 3970436"/>
                  <a:gd name="connsiteY24" fmla="*/ 484416 h 1631044"/>
                  <a:gd name="connsiteX25" fmla="*/ 182053 w 3970436"/>
                  <a:gd name="connsiteY25" fmla="*/ 484103 h 1631044"/>
                  <a:gd name="connsiteX26" fmla="*/ 182033 w 3970436"/>
                  <a:gd name="connsiteY26" fmla="*/ 484072 h 1631044"/>
                  <a:gd name="connsiteX27" fmla="*/ 444 w 3970436"/>
                  <a:gd name="connsiteY27" fmla="*/ 127794 h 1631044"/>
                  <a:gd name="connsiteX28" fmla="*/ 318905 w 3970436"/>
                  <a:gd name="connsiteY28" fmla="*/ 410 h 1631044"/>
                  <a:gd name="connsiteX29" fmla="*/ 469342 w 3970436"/>
                  <a:gd name="connsiteY29" fmla="*/ 296898 h 1631044"/>
                  <a:gd name="connsiteX30" fmla="*/ 1590510 w 3970436"/>
                  <a:gd name="connsiteY30" fmla="*/ 1070267 h 1631044"/>
                  <a:gd name="connsiteX31" fmla="*/ 1855933 w 3970436"/>
                  <a:gd name="connsiteY31" fmla="*/ 944471 h 1631044"/>
                  <a:gd name="connsiteX32" fmla="*/ 2153275 w 3970436"/>
                  <a:gd name="connsiteY32" fmla="*/ 1116473 h 1631044"/>
                  <a:gd name="connsiteX33" fmla="*/ 3449142 w 3970436"/>
                  <a:gd name="connsiteY33" fmla="*/ 536872 h 1631044"/>
                  <a:gd name="connsiteX34" fmla="*/ 3282350 w 3970436"/>
                  <a:gd name="connsiteY34" fmla="*/ 427088 h 1631044"/>
                  <a:gd name="connsiteX35" fmla="*/ 3970474 w 3970436"/>
                  <a:gd name="connsiteY35" fmla="*/ 81800 h 1631044"/>
                  <a:gd name="connsiteX36" fmla="*/ 3925440 w 3970436"/>
                  <a:gd name="connsiteY36" fmla="*/ 850379 h 1631044"/>
                  <a:gd name="connsiteX37" fmla="*/ 3740131 w 3970436"/>
                  <a:gd name="connsiteY37" fmla="*/ 728408 h 1631044"/>
                  <a:gd name="connsiteX38" fmla="*/ 2152266 w 3970436"/>
                  <a:gd name="connsiteY38" fmla="*/ 1460021 h 1631044"/>
                  <a:gd name="connsiteX39" fmla="*/ 1855933 w 3970436"/>
                  <a:gd name="connsiteY39" fmla="*/ 1630271 h 1631044"/>
                  <a:gd name="connsiteX40" fmla="*/ 1535779 w 3970436"/>
                  <a:gd name="connsiteY40" fmla="*/ 1410434 h 1631044"/>
                  <a:gd name="connsiteX41" fmla="*/ 182053 w 3970436"/>
                  <a:gd name="connsiteY41" fmla="*/ 484103 h 163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970436" h="1631044">
                    <a:moveTo>
                      <a:pt x="181965" y="484416"/>
                    </a:moveTo>
                    <a:cubicBezTo>
                      <a:pt x="100050" y="377736"/>
                      <a:pt x="61950" y="245339"/>
                      <a:pt x="37" y="128181"/>
                    </a:cubicBezTo>
                    <a:cubicBezTo>
                      <a:pt x="102908" y="76746"/>
                      <a:pt x="211493" y="38646"/>
                      <a:pt x="319125" y="546"/>
                    </a:cubicBezTo>
                    <a:cubicBezTo>
                      <a:pt x="361035" y="103416"/>
                      <a:pt x="408660" y="203429"/>
                      <a:pt x="469620" y="296774"/>
                    </a:cubicBezTo>
                    <a:cubicBezTo>
                      <a:pt x="607733" y="510134"/>
                      <a:pt x="777278" y="687299"/>
                      <a:pt x="978252" y="810171"/>
                    </a:cubicBezTo>
                    <a:cubicBezTo>
                      <a:pt x="1170657" y="927326"/>
                      <a:pt x="1378302" y="1002573"/>
                      <a:pt x="1590710" y="1070201"/>
                    </a:cubicBezTo>
                    <a:cubicBezTo>
                      <a:pt x="1659290" y="998763"/>
                      <a:pt x="1749777" y="954948"/>
                      <a:pt x="1855505" y="944471"/>
                    </a:cubicBezTo>
                    <a:cubicBezTo>
                      <a:pt x="1982187" y="932088"/>
                      <a:pt x="2079342" y="1023528"/>
                      <a:pt x="2153637" y="1116873"/>
                    </a:cubicBezTo>
                    <a:cubicBezTo>
                      <a:pt x="2280320" y="1127351"/>
                      <a:pt x="2407003" y="1087346"/>
                      <a:pt x="2531780" y="1058771"/>
                    </a:cubicBezTo>
                    <a:cubicBezTo>
                      <a:pt x="2635603" y="1034958"/>
                      <a:pt x="2736567" y="997811"/>
                      <a:pt x="2835628" y="955901"/>
                    </a:cubicBezTo>
                    <a:cubicBezTo>
                      <a:pt x="2945165" y="908276"/>
                      <a:pt x="3045178" y="841604"/>
                      <a:pt x="3151857" y="783501"/>
                    </a:cubicBezTo>
                    <a:cubicBezTo>
                      <a:pt x="3264253" y="722541"/>
                      <a:pt x="3349978" y="622529"/>
                      <a:pt x="3449037" y="536804"/>
                    </a:cubicBezTo>
                    <a:cubicBezTo>
                      <a:pt x="3394745" y="498704"/>
                      <a:pt x="3333785" y="470129"/>
                      <a:pt x="3282350" y="427266"/>
                    </a:cubicBezTo>
                    <a:cubicBezTo>
                      <a:pt x="3405222" y="373926"/>
                      <a:pt x="3528095" y="318681"/>
                      <a:pt x="3641442" y="247244"/>
                    </a:cubicBezTo>
                    <a:cubicBezTo>
                      <a:pt x="3745265" y="181521"/>
                      <a:pt x="3854803" y="122466"/>
                      <a:pt x="3970055" y="81509"/>
                    </a:cubicBezTo>
                    <a:cubicBezTo>
                      <a:pt x="3942432" y="336779"/>
                      <a:pt x="3941480" y="593954"/>
                      <a:pt x="3925287" y="850176"/>
                    </a:cubicBezTo>
                    <a:cubicBezTo>
                      <a:pt x="3865280" y="807314"/>
                      <a:pt x="3802415" y="768261"/>
                      <a:pt x="3740503" y="728256"/>
                    </a:cubicBezTo>
                    <a:cubicBezTo>
                      <a:pt x="3645253" y="837794"/>
                      <a:pt x="3525237" y="918753"/>
                      <a:pt x="3420462" y="1014003"/>
                    </a:cubicBezTo>
                    <a:cubicBezTo>
                      <a:pt x="3297590" y="1124493"/>
                      <a:pt x="3145190" y="1194026"/>
                      <a:pt x="2996600" y="1258796"/>
                    </a:cubicBezTo>
                    <a:cubicBezTo>
                      <a:pt x="2850867" y="1322613"/>
                      <a:pt x="2702278" y="1376906"/>
                      <a:pt x="2547020" y="1406433"/>
                    </a:cubicBezTo>
                    <a:cubicBezTo>
                      <a:pt x="2416528" y="1432151"/>
                      <a:pt x="2285082" y="1464536"/>
                      <a:pt x="2152685" y="1459773"/>
                    </a:cubicBezTo>
                    <a:cubicBezTo>
                      <a:pt x="2088867" y="1559786"/>
                      <a:pt x="1982187" y="1618841"/>
                      <a:pt x="1855505" y="1630271"/>
                    </a:cubicBezTo>
                    <a:cubicBezTo>
                      <a:pt x="1710725" y="1643606"/>
                      <a:pt x="1575470" y="1542641"/>
                      <a:pt x="1535465" y="1410243"/>
                    </a:cubicBezTo>
                    <a:cubicBezTo>
                      <a:pt x="1271622" y="1342616"/>
                      <a:pt x="1020162" y="1234983"/>
                      <a:pt x="781088" y="1092108"/>
                    </a:cubicBezTo>
                    <a:cubicBezTo>
                      <a:pt x="543915" y="950186"/>
                      <a:pt x="343890" y="737781"/>
                      <a:pt x="181965" y="484416"/>
                    </a:cubicBezTo>
                    <a:moveTo>
                      <a:pt x="182053" y="484103"/>
                    </a:moveTo>
                    <a:lnTo>
                      <a:pt x="182033" y="484072"/>
                    </a:lnTo>
                    <a:cubicBezTo>
                      <a:pt x="108756" y="371566"/>
                      <a:pt x="48274" y="251993"/>
                      <a:pt x="444" y="127794"/>
                    </a:cubicBezTo>
                    <a:lnTo>
                      <a:pt x="318905" y="410"/>
                    </a:lnTo>
                    <a:cubicBezTo>
                      <a:pt x="358524" y="104170"/>
                      <a:pt x="408657" y="203722"/>
                      <a:pt x="469342" y="296898"/>
                    </a:cubicBezTo>
                    <a:cubicBezTo>
                      <a:pt x="740301" y="712721"/>
                      <a:pt x="1147369" y="969055"/>
                      <a:pt x="1590510" y="1070267"/>
                    </a:cubicBezTo>
                    <a:cubicBezTo>
                      <a:pt x="1653394" y="993477"/>
                      <a:pt x="1748939" y="944471"/>
                      <a:pt x="1855933" y="944471"/>
                    </a:cubicBezTo>
                    <a:cubicBezTo>
                      <a:pt x="1983073" y="944471"/>
                      <a:pt x="2094058" y="1013679"/>
                      <a:pt x="2153275" y="1116473"/>
                    </a:cubicBezTo>
                    <a:cubicBezTo>
                      <a:pt x="2629059" y="1088622"/>
                      <a:pt x="3098936" y="893760"/>
                      <a:pt x="3449142" y="536872"/>
                    </a:cubicBezTo>
                    <a:lnTo>
                      <a:pt x="3282350" y="427088"/>
                    </a:lnTo>
                    <a:lnTo>
                      <a:pt x="3970474" y="81800"/>
                    </a:lnTo>
                    <a:lnTo>
                      <a:pt x="3925440" y="850379"/>
                    </a:lnTo>
                    <a:lnTo>
                      <a:pt x="3740131" y="728408"/>
                    </a:lnTo>
                    <a:cubicBezTo>
                      <a:pt x="3320145" y="1182691"/>
                      <a:pt x="2739758" y="1430017"/>
                      <a:pt x="2152266" y="1460021"/>
                    </a:cubicBezTo>
                    <a:cubicBezTo>
                      <a:pt x="2092801" y="1561853"/>
                      <a:pt x="1982359" y="1630271"/>
                      <a:pt x="1855933" y="1630271"/>
                    </a:cubicBezTo>
                    <a:cubicBezTo>
                      <a:pt x="1709925" y="1630271"/>
                      <a:pt x="1585233" y="1539021"/>
                      <a:pt x="1535779" y="1410434"/>
                    </a:cubicBezTo>
                    <a:cubicBezTo>
                      <a:pt x="1003208" y="1294991"/>
                      <a:pt x="511045" y="988981"/>
                      <a:pt x="182053" y="484103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54F9DD1-4633-70FD-5860-8129501A78A4}"/>
                  </a:ext>
                </a:extLst>
              </p:cNvPr>
              <p:cNvSpPr/>
              <p:nvPr/>
            </p:nvSpPr>
            <p:spPr>
              <a:xfrm>
                <a:off x="6875180" y="8955719"/>
                <a:ext cx="685867" cy="686601"/>
              </a:xfrm>
              <a:custGeom>
                <a:avLst/>
                <a:gdLst>
                  <a:gd name="connsiteX0" fmla="*/ 686279 w 685867"/>
                  <a:gd name="connsiteY0" fmla="*/ 343497 h 686601"/>
                  <a:gd name="connsiteX1" fmla="*/ 343379 w 685867"/>
                  <a:gd name="connsiteY1" fmla="*/ 686397 h 686601"/>
                  <a:gd name="connsiteX2" fmla="*/ 479 w 685867"/>
                  <a:gd name="connsiteY2" fmla="*/ 343497 h 686601"/>
                  <a:gd name="connsiteX3" fmla="*/ 96681 w 685867"/>
                  <a:gd name="connsiteY3" fmla="*/ 105372 h 686601"/>
                  <a:gd name="connsiteX4" fmla="*/ 343379 w 685867"/>
                  <a:gd name="connsiteY4" fmla="*/ 597 h 686601"/>
                  <a:gd name="connsiteX5" fmla="*/ 686279 w 685867"/>
                  <a:gd name="connsiteY5" fmla="*/ 343497 h 686601"/>
                  <a:gd name="connsiteX6" fmla="*/ 686280 w 685867"/>
                  <a:gd name="connsiteY6" fmla="*/ 343497 h 686601"/>
                  <a:gd name="connsiteX7" fmla="*/ 343380 w 685867"/>
                  <a:gd name="connsiteY7" fmla="*/ 686397 h 686601"/>
                  <a:gd name="connsiteX8" fmla="*/ 480 w 685867"/>
                  <a:gd name="connsiteY8" fmla="*/ 343497 h 686601"/>
                  <a:gd name="connsiteX9" fmla="*/ 343380 w 685867"/>
                  <a:gd name="connsiteY9" fmla="*/ 597 h 686601"/>
                  <a:gd name="connsiteX10" fmla="*/ 686280 w 685867"/>
                  <a:gd name="connsiteY10" fmla="*/ 343497 h 686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85867" h="686601">
                    <a:moveTo>
                      <a:pt x="686279" y="343497"/>
                    </a:moveTo>
                    <a:cubicBezTo>
                      <a:pt x="690089" y="533045"/>
                      <a:pt x="531974" y="698780"/>
                      <a:pt x="343379" y="686397"/>
                    </a:cubicBezTo>
                    <a:cubicBezTo>
                      <a:pt x="154784" y="674015"/>
                      <a:pt x="479" y="533045"/>
                      <a:pt x="479" y="343497"/>
                    </a:cubicBezTo>
                    <a:cubicBezTo>
                      <a:pt x="479" y="251105"/>
                      <a:pt x="35721" y="165380"/>
                      <a:pt x="96681" y="105372"/>
                    </a:cubicBezTo>
                    <a:cubicBezTo>
                      <a:pt x="160499" y="42507"/>
                      <a:pt x="246224" y="3455"/>
                      <a:pt x="343379" y="597"/>
                    </a:cubicBezTo>
                    <a:cubicBezTo>
                      <a:pt x="532926" y="-5118"/>
                      <a:pt x="678659" y="153950"/>
                      <a:pt x="686279" y="343497"/>
                    </a:cubicBezTo>
                    <a:moveTo>
                      <a:pt x="686280" y="343497"/>
                    </a:moveTo>
                    <a:cubicBezTo>
                      <a:pt x="686280" y="532876"/>
                      <a:pt x="532759" y="686397"/>
                      <a:pt x="343380" y="686397"/>
                    </a:cubicBezTo>
                    <a:cubicBezTo>
                      <a:pt x="154001" y="686397"/>
                      <a:pt x="480" y="532876"/>
                      <a:pt x="480" y="343497"/>
                    </a:cubicBezTo>
                    <a:cubicBezTo>
                      <a:pt x="480" y="154118"/>
                      <a:pt x="154001" y="597"/>
                      <a:pt x="343380" y="597"/>
                    </a:cubicBezTo>
                    <a:cubicBezTo>
                      <a:pt x="532759" y="597"/>
                      <a:pt x="686280" y="154118"/>
                      <a:pt x="686280" y="343497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D138ABE-C1BD-6423-4720-6FBF4D76D80E}"/>
                  </a:ext>
                </a:extLst>
              </p:cNvPr>
              <p:cNvSpPr/>
              <p:nvPr/>
            </p:nvSpPr>
            <p:spPr>
              <a:xfrm>
                <a:off x="2527961" y="5983868"/>
                <a:ext cx="2626048" cy="2736732"/>
              </a:xfrm>
              <a:custGeom>
                <a:avLst/>
                <a:gdLst>
                  <a:gd name="connsiteX0" fmla="*/ 201959 w 2626048"/>
                  <a:gd name="connsiteY0" fmla="*/ 1095711 h 2736732"/>
                  <a:gd name="connsiteX1" fmla="*/ 25747 w 2626048"/>
                  <a:gd name="connsiteY1" fmla="*/ 1682451 h 2736732"/>
                  <a:gd name="connsiteX2" fmla="*/ 14317 w 2626048"/>
                  <a:gd name="connsiteY2" fmla="*/ 2197754 h 2736732"/>
                  <a:gd name="connsiteX3" fmla="*/ 140047 w 2626048"/>
                  <a:gd name="connsiteY3" fmla="*/ 2736869 h 2736732"/>
                  <a:gd name="connsiteX4" fmla="*/ 459134 w 2626048"/>
                  <a:gd name="connsiteY4" fmla="*/ 2609234 h 2736732"/>
                  <a:gd name="connsiteX5" fmla="*/ 348644 w 2626048"/>
                  <a:gd name="connsiteY5" fmla="*/ 1910099 h 2736732"/>
                  <a:gd name="connsiteX6" fmla="*/ 512474 w 2626048"/>
                  <a:gd name="connsiteY6" fmla="*/ 1242396 h 2736732"/>
                  <a:gd name="connsiteX7" fmla="*/ 794414 w 2626048"/>
                  <a:gd name="connsiteY7" fmla="*/ 828057 h 2736732"/>
                  <a:gd name="connsiteX8" fmla="*/ 909667 w 2626048"/>
                  <a:gd name="connsiteY8" fmla="*/ 848059 h 2736732"/>
                  <a:gd name="connsiteX9" fmla="*/ 1151602 w 2626048"/>
                  <a:gd name="connsiteY9" fmla="*/ 748047 h 2736732"/>
                  <a:gd name="connsiteX10" fmla="*/ 1252567 w 2626048"/>
                  <a:gd name="connsiteY10" fmla="*/ 505159 h 2736732"/>
                  <a:gd name="connsiteX11" fmla="*/ 1252567 w 2626048"/>
                  <a:gd name="connsiteY11" fmla="*/ 494682 h 2736732"/>
                  <a:gd name="connsiteX12" fmla="*/ 1833592 w 2626048"/>
                  <a:gd name="connsiteY12" fmla="*/ 346092 h 2736732"/>
                  <a:gd name="connsiteX13" fmla="*/ 2505104 w 2626048"/>
                  <a:gd name="connsiteY13" fmla="*/ 458487 h 2736732"/>
                  <a:gd name="connsiteX14" fmla="*/ 2626072 w 2626048"/>
                  <a:gd name="connsiteY14" fmla="*/ 135589 h 2736732"/>
                  <a:gd name="connsiteX15" fmla="*/ 1905982 w 2626048"/>
                  <a:gd name="connsiteY15" fmla="*/ 334 h 2736732"/>
                  <a:gd name="connsiteX16" fmla="*/ 1071592 w 2626048"/>
                  <a:gd name="connsiteY16" fmla="*/ 202264 h 2736732"/>
                  <a:gd name="connsiteX17" fmla="*/ 909667 w 2626048"/>
                  <a:gd name="connsiteY17" fmla="*/ 162259 h 2736732"/>
                  <a:gd name="connsiteX18" fmla="*/ 566767 w 2626048"/>
                  <a:gd name="connsiteY18" fmla="*/ 505159 h 2736732"/>
                  <a:gd name="connsiteX19" fmla="*/ 572482 w 2626048"/>
                  <a:gd name="connsiteY19" fmla="*/ 564214 h 2736732"/>
                  <a:gd name="connsiteX20" fmla="*/ 201959 w 2626048"/>
                  <a:gd name="connsiteY20" fmla="*/ 1095711 h 2736732"/>
                  <a:gd name="connsiteX21" fmla="*/ 202245 w 2626048"/>
                  <a:gd name="connsiteY21" fmla="*/ 1095606 h 2736732"/>
                  <a:gd name="connsiteX22" fmla="*/ 140452 w 2626048"/>
                  <a:gd name="connsiteY22" fmla="*/ 2736478 h 2736732"/>
                  <a:gd name="connsiteX23" fmla="*/ 458912 w 2626048"/>
                  <a:gd name="connsiteY23" fmla="*/ 2609100 h 2736732"/>
                  <a:gd name="connsiteX24" fmla="*/ 512100 w 2626048"/>
                  <a:gd name="connsiteY24" fmla="*/ 1242482 h 2736732"/>
                  <a:gd name="connsiteX25" fmla="*/ 794096 w 2626048"/>
                  <a:gd name="connsiteY25" fmla="*/ 827942 h 2736732"/>
                  <a:gd name="connsiteX26" fmla="*/ 910086 w 2626048"/>
                  <a:gd name="connsiteY26" fmla="*/ 848059 h 2736732"/>
                  <a:gd name="connsiteX27" fmla="*/ 1252986 w 2626048"/>
                  <a:gd name="connsiteY27" fmla="*/ 505159 h 2736732"/>
                  <a:gd name="connsiteX28" fmla="*/ 1252833 w 2626048"/>
                  <a:gd name="connsiteY28" fmla="*/ 494574 h 2736732"/>
                  <a:gd name="connsiteX29" fmla="*/ 2504933 w 2626048"/>
                  <a:gd name="connsiteY29" fmla="*/ 458257 h 2736732"/>
                  <a:gd name="connsiteX30" fmla="*/ 2626024 w 2626048"/>
                  <a:gd name="connsiteY30" fmla="*/ 135353 h 2736732"/>
                  <a:gd name="connsiteX31" fmla="*/ 1071373 w 2626048"/>
                  <a:gd name="connsiteY31" fmla="*/ 202481 h 2736732"/>
                  <a:gd name="connsiteX32" fmla="*/ 910086 w 2626048"/>
                  <a:gd name="connsiteY32" fmla="*/ 162259 h 2736732"/>
                  <a:gd name="connsiteX33" fmla="*/ 567191 w 2626048"/>
                  <a:gd name="connsiteY33" fmla="*/ 505159 h 2736732"/>
                  <a:gd name="connsiteX34" fmla="*/ 572297 w 2626048"/>
                  <a:gd name="connsiteY34" fmla="*/ 564442 h 2736732"/>
                  <a:gd name="connsiteX35" fmla="*/ 202245 w 2626048"/>
                  <a:gd name="connsiteY35" fmla="*/ 1095606 h 2736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2626048" h="2736732">
                    <a:moveTo>
                      <a:pt x="201959" y="1095711"/>
                    </a:moveTo>
                    <a:cubicBezTo>
                      <a:pt x="110519" y="1278591"/>
                      <a:pt x="73372" y="1482426"/>
                      <a:pt x="25747" y="1682451"/>
                    </a:cubicBezTo>
                    <a:cubicBezTo>
                      <a:pt x="-13306" y="1849139"/>
                      <a:pt x="29" y="2026304"/>
                      <a:pt x="14317" y="2197754"/>
                    </a:cubicBezTo>
                    <a:cubicBezTo>
                      <a:pt x="28604" y="2382539"/>
                      <a:pt x="80039" y="2561609"/>
                      <a:pt x="140047" y="2736869"/>
                    </a:cubicBezTo>
                    <a:cubicBezTo>
                      <a:pt x="246727" y="2693054"/>
                      <a:pt x="353407" y="2652096"/>
                      <a:pt x="459134" y="2609234"/>
                    </a:cubicBezTo>
                    <a:cubicBezTo>
                      <a:pt x="361027" y="2393969"/>
                      <a:pt x="342929" y="2148224"/>
                      <a:pt x="348644" y="1910099"/>
                    </a:cubicBezTo>
                    <a:cubicBezTo>
                      <a:pt x="354359" y="1678641"/>
                      <a:pt x="410557" y="1449089"/>
                      <a:pt x="512474" y="1242396"/>
                    </a:cubicBezTo>
                    <a:cubicBezTo>
                      <a:pt x="589627" y="1085234"/>
                      <a:pt x="686782" y="948074"/>
                      <a:pt x="794414" y="828057"/>
                    </a:cubicBezTo>
                    <a:cubicBezTo>
                      <a:pt x="831562" y="835677"/>
                      <a:pt x="869662" y="855679"/>
                      <a:pt x="909667" y="848059"/>
                    </a:cubicBezTo>
                    <a:cubicBezTo>
                      <a:pt x="1003012" y="829962"/>
                      <a:pt x="1100167" y="819484"/>
                      <a:pt x="1151602" y="748047"/>
                    </a:cubicBezTo>
                    <a:cubicBezTo>
                      <a:pt x="1203989" y="676609"/>
                      <a:pt x="1253519" y="600409"/>
                      <a:pt x="1252567" y="505159"/>
                    </a:cubicBezTo>
                    <a:cubicBezTo>
                      <a:pt x="1252567" y="501349"/>
                      <a:pt x="1252567" y="498492"/>
                      <a:pt x="1252567" y="494682"/>
                    </a:cubicBezTo>
                    <a:cubicBezTo>
                      <a:pt x="1433542" y="402289"/>
                      <a:pt x="1633567" y="344187"/>
                      <a:pt x="1833592" y="346092"/>
                    </a:cubicBezTo>
                    <a:cubicBezTo>
                      <a:pt x="2062192" y="347997"/>
                      <a:pt x="2294602" y="365142"/>
                      <a:pt x="2505104" y="458487"/>
                    </a:cubicBezTo>
                    <a:cubicBezTo>
                      <a:pt x="2529869" y="346092"/>
                      <a:pt x="2584162" y="242269"/>
                      <a:pt x="2626072" y="135589"/>
                    </a:cubicBezTo>
                    <a:cubicBezTo>
                      <a:pt x="2399377" y="36529"/>
                      <a:pt x="2151727" y="3192"/>
                      <a:pt x="1905982" y="334"/>
                    </a:cubicBezTo>
                    <a:cubicBezTo>
                      <a:pt x="1619279" y="-3476"/>
                      <a:pt x="1333529" y="72724"/>
                      <a:pt x="1071592" y="202264"/>
                    </a:cubicBezTo>
                    <a:cubicBezTo>
                      <a:pt x="1022062" y="180357"/>
                      <a:pt x="967769" y="151782"/>
                      <a:pt x="909667" y="162259"/>
                    </a:cubicBezTo>
                    <a:cubicBezTo>
                      <a:pt x="723929" y="196549"/>
                      <a:pt x="583912" y="316564"/>
                      <a:pt x="566767" y="505159"/>
                    </a:cubicBezTo>
                    <a:cubicBezTo>
                      <a:pt x="565814" y="525162"/>
                      <a:pt x="570577" y="545164"/>
                      <a:pt x="572482" y="564214"/>
                    </a:cubicBezTo>
                    <a:cubicBezTo>
                      <a:pt x="435322" y="722329"/>
                      <a:pt x="287684" y="885209"/>
                      <a:pt x="201959" y="1095711"/>
                    </a:cubicBezTo>
                    <a:moveTo>
                      <a:pt x="202245" y="1095606"/>
                    </a:moveTo>
                    <a:cubicBezTo>
                      <a:pt x="-37782" y="1602003"/>
                      <a:pt x="-62033" y="2210689"/>
                      <a:pt x="140452" y="2736478"/>
                    </a:cubicBezTo>
                    <a:lnTo>
                      <a:pt x="458912" y="2609100"/>
                    </a:lnTo>
                    <a:cubicBezTo>
                      <a:pt x="292907" y="2174332"/>
                      <a:pt x="311506" y="1665678"/>
                      <a:pt x="512100" y="1242482"/>
                    </a:cubicBezTo>
                    <a:cubicBezTo>
                      <a:pt x="587456" y="1083500"/>
                      <a:pt x="683318" y="945216"/>
                      <a:pt x="794096" y="827942"/>
                    </a:cubicBezTo>
                    <a:cubicBezTo>
                      <a:pt x="830324" y="840964"/>
                      <a:pt x="869376" y="848059"/>
                      <a:pt x="910086" y="848059"/>
                    </a:cubicBezTo>
                    <a:cubicBezTo>
                      <a:pt x="1099471" y="848059"/>
                      <a:pt x="1252986" y="694537"/>
                      <a:pt x="1252986" y="505159"/>
                    </a:cubicBezTo>
                    <a:cubicBezTo>
                      <a:pt x="1252986" y="501618"/>
                      <a:pt x="1252938" y="498089"/>
                      <a:pt x="1252833" y="494574"/>
                    </a:cubicBezTo>
                    <a:cubicBezTo>
                      <a:pt x="1647273" y="307246"/>
                      <a:pt x="2107493" y="292782"/>
                      <a:pt x="2504933" y="458257"/>
                    </a:cubicBezTo>
                    <a:lnTo>
                      <a:pt x="2626024" y="135353"/>
                    </a:lnTo>
                    <a:cubicBezTo>
                      <a:pt x="2128952" y="-67370"/>
                      <a:pt x="1556128" y="-39853"/>
                      <a:pt x="1071373" y="202481"/>
                    </a:cubicBezTo>
                    <a:cubicBezTo>
                      <a:pt x="1023300" y="176811"/>
                      <a:pt x="968398" y="162259"/>
                      <a:pt x="910086" y="162259"/>
                    </a:cubicBezTo>
                    <a:cubicBezTo>
                      <a:pt x="720713" y="162259"/>
                      <a:pt x="567191" y="315780"/>
                      <a:pt x="567191" y="505159"/>
                    </a:cubicBezTo>
                    <a:cubicBezTo>
                      <a:pt x="567191" y="525376"/>
                      <a:pt x="568940" y="545184"/>
                      <a:pt x="572297" y="564442"/>
                    </a:cubicBezTo>
                    <a:cubicBezTo>
                      <a:pt x="425652" y="713061"/>
                      <a:pt x="299524" y="890381"/>
                      <a:pt x="202245" y="1095606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02260E7-F028-F5F8-7175-D32845AB2822}"/>
                  </a:ext>
                </a:extLst>
              </p:cNvPr>
              <p:cNvSpPr/>
              <p:nvPr/>
            </p:nvSpPr>
            <p:spPr>
              <a:xfrm>
                <a:off x="6874221" y="8155751"/>
                <a:ext cx="686759" cy="686375"/>
              </a:xfrm>
              <a:custGeom>
                <a:avLst/>
                <a:gdLst>
                  <a:gd name="connsiteX0" fmla="*/ 687238 w 686759"/>
                  <a:gd name="connsiteY0" fmla="*/ 343281 h 686375"/>
                  <a:gd name="connsiteX1" fmla="*/ 344338 w 686759"/>
                  <a:gd name="connsiteY1" fmla="*/ 686181 h 686375"/>
                  <a:gd name="connsiteX2" fmla="*/ 1438 w 686759"/>
                  <a:gd name="connsiteY2" fmla="*/ 343281 h 686375"/>
                  <a:gd name="connsiteX3" fmla="*/ 344338 w 686759"/>
                  <a:gd name="connsiteY3" fmla="*/ 381 h 686375"/>
                  <a:gd name="connsiteX4" fmla="*/ 687238 w 686759"/>
                  <a:gd name="connsiteY4" fmla="*/ 343281 h 686375"/>
                  <a:gd name="connsiteX5" fmla="*/ 687238 w 686759"/>
                  <a:gd name="connsiteY5" fmla="*/ 343281 h 686375"/>
                  <a:gd name="connsiteX6" fmla="*/ 344338 w 686759"/>
                  <a:gd name="connsiteY6" fmla="*/ 686181 h 686375"/>
                  <a:gd name="connsiteX7" fmla="*/ 1438 w 686759"/>
                  <a:gd name="connsiteY7" fmla="*/ 343281 h 686375"/>
                  <a:gd name="connsiteX8" fmla="*/ 344338 w 686759"/>
                  <a:gd name="connsiteY8" fmla="*/ 381 h 686375"/>
                  <a:gd name="connsiteX9" fmla="*/ 687238 w 686759"/>
                  <a:gd name="connsiteY9" fmla="*/ 343281 h 68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6759" h="686375">
                    <a:moveTo>
                      <a:pt x="687238" y="343281"/>
                    </a:moveTo>
                    <a:cubicBezTo>
                      <a:pt x="678666" y="532829"/>
                      <a:pt x="532933" y="674751"/>
                      <a:pt x="344338" y="686181"/>
                    </a:cubicBezTo>
                    <a:cubicBezTo>
                      <a:pt x="155743" y="697611"/>
                      <a:pt x="16678" y="531876"/>
                      <a:pt x="1438" y="343281"/>
                    </a:cubicBezTo>
                    <a:cubicBezTo>
                      <a:pt x="-13802" y="154686"/>
                      <a:pt x="154791" y="2286"/>
                      <a:pt x="344338" y="381"/>
                    </a:cubicBezTo>
                    <a:cubicBezTo>
                      <a:pt x="533886" y="-1524"/>
                      <a:pt x="681523" y="153734"/>
                      <a:pt x="687238" y="343281"/>
                    </a:cubicBezTo>
                    <a:moveTo>
                      <a:pt x="687238" y="343281"/>
                    </a:moveTo>
                    <a:cubicBezTo>
                      <a:pt x="687238" y="532660"/>
                      <a:pt x="533717" y="686181"/>
                      <a:pt x="344338" y="686181"/>
                    </a:cubicBezTo>
                    <a:cubicBezTo>
                      <a:pt x="154960" y="686181"/>
                      <a:pt x="1438" y="532660"/>
                      <a:pt x="1438" y="343281"/>
                    </a:cubicBezTo>
                    <a:cubicBezTo>
                      <a:pt x="1438" y="153902"/>
                      <a:pt x="154960" y="381"/>
                      <a:pt x="344338" y="381"/>
                    </a:cubicBezTo>
                    <a:cubicBezTo>
                      <a:pt x="533717" y="381"/>
                      <a:pt x="687238" y="153902"/>
                      <a:pt x="687238" y="343281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DBF9C26-A6E1-BBBD-3018-5BA6755D7CF5}"/>
                  </a:ext>
                </a:extLst>
              </p:cNvPr>
              <p:cNvSpPr/>
              <p:nvPr/>
            </p:nvSpPr>
            <p:spPr>
              <a:xfrm>
                <a:off x="5032874" y="6119085"/>
                <a:ext cx="1378168" cy="3076927"/>
              </a:xfrm>
              <a:custGeom>
                <a:avLst/>
                <a:gdLst>
                  <a:gd name="connsiteX0" fmla="*/ 457 w 1378168"/>
                  <a:gd name="connsiteY0" fmla="*/ 323283 h 3076927"/>
                  <a:gd name="connsiteX1" fmla="*/ 368122 w 1378168"/>
                  <a:gd name="connsiteY1" fmla="*/ 545215 h 3076927"/>
                  <a:gd name="connsiteX2" fmla="*/ 659587 w 1378168"/>
                  <a:gd name="connsiteY2" fmla="*/ 873831 h 3076927"/>
                  <a:gd name="connsiteX3" fmla="*/ 842467 w 1378168"/>
                  <a:gd name="connsiteY3" fmla="*/ 1295788 h 3076927"/>
                  <a:gd name="connsiteX4" fmla="*/ 691019 w 1378168"/>
                  <a:gd name="connsiteY4" fmla="*/ 1579633 h 3076927"/>
                  <a:gd name="connsiteX5" fmla="*/ 851039 w 1378168"/>
                  <a:gd name="connsiteY5" fmla="*/ 1870146 h 3076927"/>
                  <a:gd name="connsiteX6" fmla="*/ 704354 w 1378168"/>
                  <a:gd name="connsiteY6" fmla="*/ 2248288 h 3076927"/>
                  <a:gd name="connsiteX7" fmla="*/ 479564 w 1378168"/>
                  <a:gd name="connsiteY7" fmla="*/ 2525466 h 3076927"/>
                  <a:gd name="connsiteX8" fmla="*/ 109042 w 1378168"/>
                  <a:gd name="connsiteY8" fmla="*/ 2751209 h 3076927"/>
                  <a:gd name="connsiteX9" fmla="*/ 226199 w 1378168"/>
                  <a:gd name="connsiteY9" fmla="*/ 3076963 h 3076927"/>
                  <a:gd name="connsiteX10" fmla="*/ 690067 w 1378168"/>
                  <a:gd name="connsiteY10" fmla="*/ 2802643 h 3076927"/>
                  <a:gd name="connsiteX11" fmla="*/ 995819 w 1378168"/>
                  <a:gd name="connsiteY11" fmla="*/ 2432121 h 3076927"/>
                  <a:gd name="connsiteX12" fmla="*/ 1195845 w 1378168"/>
                  <a:gd name="connsiteY12" fmla="*/ 1882528 h 3076927"/>
                  <a:gd name="connsiteX13" fmla="*/ 1376820 w 1378168"/>
                  <a:gd name="connsiteY13" fmla="*/ 1579633 h 3076927"/>
                  <a:gd name="connsiteX14" fmla="*/ 1186320 w 1378168"/>
                  <a:gd name="connsiteY14" fmla="*/ 1271976 h 3076927"/>
                  <a:gd name="connsiteX15" fmla="*/ 1108215 w 1378168"/>
                  <a:gd name="connsiteY15" fmla="*/ 1001466 h 3076927"/>
                  <a:gd name="connsiteX16" fmla="*/ 946289 w 1378168"/>
                  <a:gd name="connsiteY16" fmla="*/ 687138 h 3076927"/>
                  <a:gd name="connsiteX17" fmla="*/ 573862 w 1378168"/>
                  <a:gd name="connsiteY17" fmla="*/ 268990 h 3076927"/>
                  <a:gd name="connsiteX18" fmla="*/ 121424 w 1378168"/>
                  <a:gd name="connsiteY18" fmla="*/ 385 h 3076927"/>
                  <a:gd name="connsiteX19" fmla="*/ 457 w 1378168"/>
                  <a:gd name="connsiteY19" fmla="*/ 323283 h 3076927"/>
                  <a:gd name="connsiteX20" fmla="*/ 285 w 1378168"/>
                  <a:gd name="connsiteY20" fmla="*/ 323054 h 3076927"/>
                  <a:gd name="connsiteX21" fmla="*/ 659403 w 1378168"/>
                  <a:gd name="connsiteY21" fmla="*/ 874174 h 3076927"/>
                  <a:gd name="connsiteX22" fmla="*/ 842464 w 1378168"/>
                  <a:gd name="connsiteY22" fmla="*/ 1295398 h 3076927"/>
                  <a:gd name="connsiteX23" fmla="*/ 691443 w 1378168"/>
                  <a:gd name="connsiteY23" fmla="*/ 1579633 h 3076927"/>
                  <a:gd name="connsiteX24" fmla="*/ 851370 w 1378168"/>
                  <a:gd name="connsiteY24" fmla="*/ 1869689 h 3076927"/>
                  <a:gd name="connsiteX25" fmla="*/ 109439 w 1378168"/>
                  <a:gd name="connsiteY25" fmla="*/ 2751456 h 3076927"/>
                  <a:gd name="connsiteX26" fmla="*/ 225734 w 1378168"/>
                  <a:gd name="connsiteY26" fmla="*/ 3077078 h 3076927"/>
                  <a:gd name="connsiteX27" fmla="*/ 1195435 w 1378168"/>
                  <a:gd name="connsiteY27" fmla="*/ 1882414 h 3076927"/>
                  <a:gd name="connsiteX28" fmla="*/ 1377239 w 1378168"/>
                  <a:gd name="connsiteY28" fmla="*/ 1579633 h 3076927"/>
                  <a:gd name="connsiteX29" fmla="*/ 1186539 w 1378168"/>
                  <a:gd name="connsiteY29" fmla="*/ 1272271 h 3076927"/>
                  <a:gd name="connsiteX30" fmla="*/ 946690 w 1378168"/>
                  <a:gd name="connsiteY30" fmla="*/ 686968 h 3076927"/>
                  <a:gd name="connsiteX31" fmla="*/ 121375 w 1378168"/>
                  <a:gd name="connsiteY31" fmla="*/ 150 h 3076927"/>
                  <a:gd name="connsiteX32" fmla="*/ 285 w 1378168"/>
                  <a:gd name="connsiteY32" fmla="*/ 323054 h 3076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378168" h="3076927">
                    <a:moveTo>
                      <a:pt x="457" y="323283"/>
                    </a:moveTo>
                    <a:cubicBezTo>
                      <a:pt x="131902" y="376623"/>
                      <a:pt x="257632" y="449013"/>
                      <a:pt x="368122" y="545215"/>
                    </a:cubicBezTo>
                    <a:cubicBezTo>
                      <a:pt x="475754" y="638560"/>
                      <a:pt x="575767" y="746193"/>
                      <a:pt x="659587" y="873831"/>
                    </a:cubicBezTo>
                    <a:cubicBezTo>
                      <a:pt x="747217" y="1009086"/>
                      <a:pt x="791984" y="1155771"/>
                      <a:pt x="842467" y="1295788"/>
                    </a:cubicBezTo>
                    <a:cubicBezTo>
                      <a:pt x="763409" y="1371036"/>
                      <a:pt x="686257" y="1461523"/>
                      <a:pt x="691019" y="1579633"/>
                    </a:cubicBezTo>
                    <a:cubicBezTo>
                      <a:pt x="696734" y="1701553"/>
                      <a:pt x="751027" y="1816806"/>
                      <a:pt x="851039" y="1870146"/>
                    </a:cubicBezTo>
                    <a:cubicBezTo>
                      <a:pt x="822464" y="2003496"/>
                      <a:pt x="766267" y="2128273"/>
                      <a:pt x="704354" y="2248288"/>
                    </a:cubicBezTo>
                    <a:cubicBezTo>
                      <a:pt x="650062" y="2354968"/>
                      <a:pt x="556717" y="2434026"/>
                      <a:pt x="479564" y="2525466"/>
                    </a:cubicBezTo>
                    <a:cubicBezTo>
                      <a:pt x="388124" y="2635003"/>
                      <a:pt x="248107" y="2694059"/>
                      <a:pt x="109042" y="2751209"/>
                    </a:cubicBezTo>
                    <a:cubicBezTo>
                      <a:pt x="159524" y="2855031"/>
                      <a:pt x="192862" y="2966473"/>
                      <a:pt x="226199" y="3076963"/>
                    </a:cubicBezTo>
                    <a:cubicBezTo>
                      <a:pt x="400507" y="3009336"/>
                      <a:pt x="569100" y="2930278"/>
                      <a:pt x="690067" y="2802643"/>
                    </a:cubicBezTo>
                    <a:cubicBezTo>
                      <a:pt x="801509" y="2684534"/>
                      <a:pt x="931050" y="2578806"/>
                      <a:pt x="995819" y="2432121"/>
                    </a:cubicBezTo>
                    <a:cubicBezTo>
                      <a:pt x="1073925" y="2254003"/>
                      <a:pt x="1157745" y="2076838"/>
                      <a:pt x="1195845" y="1882528"/>
                    </a:cubicBezTo>
                    <a:cubicBezTo>
                      <a:pt x="1310145" y="1839666"/>
                      <a:pt x="1391107" y="1710126"/>
                      <a:pt x="1376820" y="1579633"/>
                    </a:cubicBezTo>
                    <a:cubicBezTo>
                      <a:pt x="1362532" y="1445331"/>
                      <a:pt x="1297762" y="1331983"/>
                      <a:pt x="1186320" y="1271976"/>
                    </a:cubicBezTo>
                    <a:cubicBezTo>
                      <a:pt x="1170127" y="1180536"/>
                      <a:pt x="1143457" y="1090048"/>
                      <a:pt x="1108215" y="1001466"/>
                    </a:cubicBezTo>
                    <a:cubicBezTo>
                      <a:pt x="1065352" y="894786"/>
                      <a:pt x="1023442" y="780483"/>
                      <a:pt x="946289" y="687138"/>
                    </a:cubicBezTo>
                    <a:cubicBezTo>
                      <a:pt x="823417" y="534738"/>
                      <a:pt x="705307" y="391863"/>
                      <a:pt x="573862" y="268990"/>
                    </a:cubicBezTo>
                    <a:cubicBezTo>
                      <a:pt x="442417" y="146118"/>
                      <a:pt x="286207" y="53725"/>
                      <a:pt x="121424" y="385"/>
                    </a:cubicBezTo>
                    <a:cubicBezTo>
                      <a:pt x="77609" y="106113"/>
                      <a:pt x="53797" y="221365"/>
                      <a:pt x="457" y="323283"/>
                    </a:cubicBezTo>
                    <a:moveTo>
                      <a:pt x="285" y="323054"/>
                    </a:moveTo>
                    <a:cubicBezTo>
                      <a:pt x="258105" y="430397"/>
                      <a:pt x="489508" y="613461"/>
                      <a:pt x="659403" y="874174"/>
                    </a:cubicBezTo>
                    <a:cubicBezTo>
                      <a:pt x="747344" y="1009124"/>
                      <a:pt x="807581" y="1151513"/>
                      <a:pt x="842464" y="1295398"/>
                    </a:cubicBezTo>
                    <a:cubicBezTo>
                      <a:pt x="751342" y="1357034"/>
                      <a:pt x="691443" y="1461342"/>
                      <a:pt x="691443" y="1579633"/>
                    </a:cubicBezTo>
                    <a:cubicBezTo>
                      <a:pt x="691443" y="1701734"/>
                      <a:pt x="755266" y="1808929"/>
                      <a:pt x="851370" y="1869689"/>
                    </a:cubicBezTo>
                    <a:cubicBezTo>
                      <a:pt x="768061" y="2263243"/>
                      <a:pt x="502265" y="2603714"/>
                      <a:pt x="109439" y="2751456"/>
                    </a:cubicBezTo>
                    <a:lnTo>
                      <a:pt x="225734" y="3077078"/>
                    </a:lnTo>
                    <a:cubicBezTo>
                      <a:pt x="760251" y="2882082"/>
                      <a:pt x="1104909" y="2411975"/>
                      <a:pt x="1195435" y="1882414"/>
                    </a:cubicBezTo>
                    <a:cubicBezTo>
                      <a:pt x="1303610" y="1824731"/>
                      <a:pt x="1377239" y="1710783"/>
                      <a:pt x="1377239" y="1579633"/>
                    </a:cubicBezTo>
                    <a:cubicBezTo>
                      <a:pt x="1377239" y="1444912"/>
                      <a:pt x="1299553" y="1328345"/>
                      <a:pt x="1186539" y="1272271"/>
                    </a:cubicBezTo>
                    <a:cubicBezTo>
                      <a:pt x="1145972" y="1070541"/>
                      <a:pt x="1067114" y="871773"/>
                      <a:pt x="946690" y="686968"/>
                    </a:cubicBezTo>
                    <a:cubicBezTo>
                      <a:pt x="732877" y="358860"/>
                      <a:pt x="442982" y="131313"/>
                      <a:pt x="121375" y="150"/>
                    </a:cubicBezTo>
                    <a:lnTo>
                      <a:pt x="285" y="323054"/>
                    </a:ln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8452895-683B-DD28-EFC8-D20D7249DED7}"/>
                  </a:ext>
                </a:extLst>
              </p:cNvPr>
              <p:cNvSpPr/>
              <p:nvPr/>
            </p:nvSpPr>
            <p:spPr>
              <a:xfrm>
                <a:off x="6874979" y="7355425"/>
                <a:ext cx="688485" cy="686060"/>
              </a:xfrm>
              <a:custGeom>
                <a:avLst/>
                <a:gdLst>
                  <a:gd name="connsiteX0" fmla="*/ 686480 w 688485"/>
                  <a:gd name="connsiteY0" fmla="*/ 343424 h 686060"/>
                  <a:gd name="connsiteX1" fmla="*/ 594088 w 688485"/>
                  <a:gd name="connsiteY1" fmla="*/ 577739 h 686060"/>
                  <a:gd name="connsiteX2" fmla="*/ 343580 w 688485"/>
                  <a:gd name="connsiteY2" fmla="*/ 686324 h 686060"/>
                  <a:gd name="connsiteX3" fmla="*/ 680 w 688485"/>
                  <a:gd name="connsiteY3" fmla="*/ 343424 h 686060"/>
                  <a:gd name="connsiteX4" fmla="*/ 83548 w 688485"/>
                  <a:gd name="connsiteY4" fmla="*/ 119586 h 686060"/>
                  <a:gd name="connsiteX5" fmla="*/ 343580 w 688485"/>
                  <a:gd name="connsiteY5" fmla="*/ 523 h 686060"/>
                  <a:gd name="connsiteX6" fmla="*/ 686480 w 688485"/>
                  <a:gd name="connsiteY6" fmla="*/ 343424 h 686060"/>
                  <a:gd name="connsiteX7" fmla="*/ 686480 w 688485"/>
                  <a:gd name="connsiteY7" fmla="*/ 343424 h 686060"/>
                  <a:gd name="connsiteX8" fmla="*/ 343580 w 688485"/>
                  <a:gd name="connsiteY8" fmla="*/ 686324 h 686060"/>
                  <a:gd name="connsiteX9" fmla="*/ 680 w 688485"/>
                  <a:gd name="connsiteY9" fmla="*/ 343424 h 686060"/>
                  <a:gd name="connsiteX10" fmla="*/ 343580 w 688485"/>
                  <a:gd name="connsiteY10" fmla="*/ 523 h 686060"/>
                  <a:gd name="connsiteX11" fmla="*/ 686480 w 688485"/>
                  <a:gd name="connsiteY11" fmla="*/ 343424 h 686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8485" h="686060">
                    <a:moveTo>
                      <a:pt x="686480" y="343424"/>
                    </a:moveTo>
                    <a:cubicBezTo>
                      <a:pt x="700768" y="432959"/>
                      <a:pt x="651238" y="516778"/>
                      <a:pt x="594088" y="577739"/>
                    </a:cubicBezTo>
                    <a:cubicBezTo>
                      <a:pt x="531223" y="645366"/>
                      <a:pt x="441688" y="685371"/>
                      <a:pt x="343580" y="686324"/>
                    </a:cubicBezTo>
                    <a:cubicBezTo>
                      <a:pt x="154033" y="688228"/>
                      <a:pt x="-5987" y="532971"/>
                      <a:pt x="680" y="343424"/>
                    </a:cubicBezTo>
                    <a:cubicBezTo>
                      <a:pt x="3538" y="257698"/>
                      <a:pt x="41638" y="186261"/>
                      <a:pt x="83548" y="119586"/>
                    </a:cubicBezTo>
                    <a:cubicBezTo>
                      <a:pt x="134983" y="37671"/>
                      <a:pt x="239758" y="-3287"/>
                      <a:pt x="343580" y="523"/>
                    </a:cubicBezTo>
                    <a:cubicBezTo>
                      <a:pt x="533128" y="7191"/>
                      <a:pt x="674098" y="154829"/>
                      <a:pt x="686480" y="343424"/>
                    </a:cubicBezTo>
                    <a:moveTo>
                      <a:pt x="686480" y="343424"/>
                    </a:moveTo>
                    <a:cubicBezTo>
                      <a:pt x="686480" y="532802"/>
                      <a:pt x="532959" y="686324"/>
                      <a:pt x="343580" y="686324"/>
                    </a:cubicBezTo>
                    <a:cubicBezTo>
                      <a:pt x="154201" y="686324"/>
                      <a:pt x="680" y="532802"/>
                      <a:pt x="680" y="343424"/>
                    </a:cubicBezTo>
                    <a:cubicBezTo>
                      <a:pt x="680" y="154045"/>
                      <a:pt x="154201" y="523"/>
                      <a:pt x="343580" y="523"/>
                    </a:cubicBezTo>
                    <a:cubicBezTo>
                      <a:pt x="532959" y="523"/>
                      <a:pt x="686480" y="154045"/>
                      <a:pt x="686480" y="343424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15BA04A-15D4-4099-FD44-5A5EEA37F336}"/>
                  </a:ext>
                </a:extLst>
              </p:cNvPr>
              <p:cNvSpPr/>
              <p:nvPr/>
            </p:nvSpPr>
            <p:spPr>
              <a:xfrm>
                <a:off x="3287097" y="7275661"/>
                <a:ext cx="1971691" cy="2016590"/>
              </a:xfrm>
              <a:custGeom>
                <a:avLst/>
                <a:gdLst>
                  <a:gd name="connsiteX0" fmla="*/ 529706 w 1971691"/>
                  <a:gd name="connsiteY0" fmla="*/ 1734772 h 2016590"/>
                  <a:gd name="connsiteX1" fmla="*/ 1413629 w 1971691"/>
                  <a:gd name="connsiteY1" fmla="*/ 2016712 h 2016590"/>
                  <a:gd name="connsiteX2" fmla="*/ 1971793 w 1971691"/>
                  <a:gd name="connsiteY2" fmla="*/ 1920510 h 2016590"/>
                  <a:gd name="connsiteX3" fmla="*/ 1854636 w 1971691"/>
                  <a:gd name="connsiteY3" fmla="*/ 1594755 h 2016590"/>
                  <a:gd name="connsiteX4" fmla="*/ 1410771 w 1971691"/>
                  <a:gd name="connsiteY4" fmla="*/ 1673812 h 2016590"/>
                  <a:gd name="connsiteX5" fmla="*/ 1408866 w 1971691"/>
                  <a:gd name="connsiteY5" fmla="*/ 1673812 h 2016590"/>
                  <a:gd name="connsiteX6" fmla="*/ 1406009 w 1971691"/>
                  <a:gd name="connsiteY6" fmla="*/ 1673812 h 2016590"/>
                  <a:gd name="connsiteX7" fmla="*/ 769736 w 1971691"/>
                  <a:gd name="connsiteY7" fmla="*/ 1487122 h 2016590"/>
                  <a:gd name="connsiteX8" fmla="*/ 779261 w 1971691"/>
                  <a:gd name="connsiteY8" fmla="*/ 1404255 h 2016590"/>
                  <a:gd name="connsiteX9" fmla="*/ 436361 w 1971691"/>
                  <a:gd name="connsiteY9" fmla="*/ 1061355 h 2016590"/>
                  <a:gd name="connsiteX10" fmla="*/ 420168 w 1971691"/>
                  <a:gd name="connsiteY10" fmla="*/ 1061355 h 2016590"/>
                  <a:gd name="connsiteX11" fmla="*/ 345873 w 1971691"/>
                  <a:gd name="connsiteY11" fmla="*/ 714646 h 2016590"/>
                  <a:gd name="connsiteX12" fmla="*/ 438266 w 1971691"/>
                  <a:gd name="connsiteY12" fmla="*/ 299356 h 2016590"/>
                  <a:gd name="connsiteX13" fmla="*/ 507798 w 1971691"/>
                  <a:gd name="connsiteY13" fmla="*/ 179341 h 2016590"/>
                  <a:gd name="connsiteX14" fmla="*/ 214428 w 1971691"/>
                  <a:gd name="connsiteY14" fmla="*/ 272 h 2016590"/>
                  <a:gd name="connsiteX15" fmla="*/ 127751 w 1971691"/>
                  <a:gd name="connsiteY15" fmla="*/ 151719 h 2016590"/>
                  <a:gd name="connsiteX16" fmla="*/ 116 w 1971691"/>
                  <a:gd name="connsiteY16" fmla="*/ 682261 h 2016590"/>
                  <a:gd name="connsiteX17" fmla="*/ 128703 w 1971691"/>
                  <a:gd name="connsiteY17" fmla="*/ 1252807 h 2016590"/>
                  <a:gd name="connsiteX18" fmla="*/ 93461 w 1971691"/>
                  <a:gd name="connsiteY18" fmla="*/ 1404255 h 2016590"/>
                  <a:gd name="connsiteX19" fmla="*/ 436361 w 1971691"/>
                  <a:gd name="connsiteY19" fmla="*/ 1747155 h 2016590"/>
                  <a:gd name="connsiteX20" fmla="*/ 529706 w 1971691"/>
                  <a:gd name="connsiteY20" fmla="*/ 1734772 h 2016590"/>
                  <a:gd name="connsiteX21" fmla="*/ 529533 w 1971691"/>
                  <a:gd name="connsiteY21" fmla="*/ 1734467 h 2016590"/>
                  <a:gd name="connsiteX22" fmla="*/ 1413267 w 1971691"/>
                  <a:gd name="connsiteY22" fmla="*/ 2016264 h 2016590"/>
                  <a:gd name="connsiteX23" fmla="*/ 1971327 w 1971691"/>
                  <a:gd name="connsiteY23" fmla="*/ 1920624 h 2016590"/>
                  <a:gd name="connsiteX24" fmla="*/ 1855036 w 1971691"/>
                  <a:gd name="connsiteY24" fmla="*/ 1595002 h 2016590"/>
                  <a:gd name="connsiteX25" fmla="*/ 1410904 w 1971691"/>
                  <a:gd name="connsiteY25" fmla="*/ 1673364 h 2016590"/>
                  <a:gd name="connsiteX26" fmla="*/ 1408514 w 1971691"/>
                  <a:gd name="connsiteY26" fmla="*/ 1673364 h 2016590"/>
                  <a:gd name="connsiteX27" fmla="*/ 1406123 w 1971691"/>
                  <a:gd name="connsiteY27" fmla="*/ 1673431 h 2016590"/>
                  <a:gd name="connsiteX28" fmla="*/ 769500 w 1971691"/>
                  <a:gd name="connsiteY28" fmla="*/ 1487541 h 2016590"/>
                  <a:gd name="connsiteX29" fmla="*/ 779685 w 1971691"/>
                  <a:gd name="connsiteY29" fmla="*/ 1404255 h 2016590"/>
                  <a:gd name="connsiteX30" fmla="*/ 436785 w 1971691"/>
                  <a:gd name="connsiteY30" fmla="*/ 1061355 h 2016590"/>
                  <a:gd name="connsiteX31" fmla="*/ 420561 w 1971691"/>
                  <a:gd name="connsiteY31" fmla="*/ 1061736 h 2016590"/>
                  <a:gd name="connsiteX32" fmla="*/ 437953 w 1971691"/>
                  <a:gd name="connsiteY32" fmla="*/ 298959 h 2016590"/>
                  <a:gd name="connsiteX33" fmla="*/ 507981 w 1971691"/>
                  <a:gd name="connsiteY33" fmla="*/ 178887 h 2016590"/>
                  <a:gd name="connsiteX34" fmla="*/ 214585 w 1971691"/>
                  <a:gd name="connsiteY34" fmla="*/ 298 h 2016590"/>
                  <a:gd name="connsiteX35" fmla="*/ 128150 w 1971691"/>
                  <a:gd name="connsiteY35" fmla="*/ 151984 h 2016590"/>
                  <a:gd name="connsiteX36" fmla="*/ 129114 w 1971691"/>
                  <a:gd name="connsiteY36" fmla="*/ 1252693 h 2016590"/>
                  <a:gd name="connsiteX37" fmla="*/ 93885 w 1971691"/>
                  <a:gd name="connsiteY37" fmla="*/ 1404255 h 2016590"/>
                  <a:gd name="connsiteX38" fmla="*/ 436785 w 1971691"/>
                  <a:gd name="connsiteY38" fmla="*/ 1747155 h 2016590"/>
                  <a:gd name="connsiteX39" fmla="*/ 529533 w 1971691"/>
                  <a:gd name="connsiteY39" fmla="*/ 1734467 h 2016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71691" h="2016590">
                    <a:moveTo>
                      <a:pt x="529706" y="1734772"/>
                    </a:moveTo>
                    <a:cubicBezTo>
                      <a:pt x="760211" y="1930987"/>
                      <a:pt x="1078349" y="2017665"/>
                      <a:pt x="1413629" y="2016712"/>
                    </a:cubicBezTo>
                    <a:cubicBezTo>
                      <a:pt x="1616511" y="2019570"/>
                      <a:pt x="1803201" y="1981470"/>
                      <a:pt x="1971793" y="1920510"/>
                    </a:cubicBezTo>
                    <a:cubicBezTo>
                      <a:pt x="1921311" y="1816687"/>
                      <a:pt x="1886068" y="1706197"/>
                      <a:pt x="1854636" y="1594755"/>
                    </a:cubicBezTo>
                    <a:cubicBezTo>
                      <a:pt x="1720334" y="1643332"/>
                      <a:pt x="1572696" y="1677622"/>
                      <a:pt x="1410771" y="1673812"/>
                    </a:cubicBezTo>
                    <a:cubicBezTo>
                      <a:pt x="1409818" y="1673812"/>
                      <a:pt x="1409818" y="1673812"/>
                      <a:pt x="1408866" y="1673812"/>
                    </a:cubicBezTo>
                    <a:cubicBezTo>
                      <a:pt x="1407914" y="1673812"/>
                      <a:pt x="1406961" y="1673812"/>
                      <a:pt x="1406009" y="1673812"/>
                    </a:cubicBezTo>
                    <a:cubicBezTo>
                      <a:pt x="1163121" y="1673812"/>
                      <a:pt x="939284" y="1616662"/>
                      <a:pt x="769736" y="1487122"/>
                    </a:cubicBezTo>
                    <a:cubicBezTo>
                      <a:pt x="777356" y="1461405"/>
                      <a:pt x="775451" y="1432830"/>
                      <a:pt x="779261" y="1404255"/>
                    </a:cubicBezTo>
                    <a:cubicBezTo>
                      <a:pt x="807836" y="1216612"/>
                      <a:pt x="625908" y="1054687"/>
                      <a:pt x="436361" y="1061355"/>
                    </a:cubicBezTo>
                    <a:cubicBezTo>
                      <a:pt x="431598" y="1061355"/>
                      <a:pt x="425883" y="1062307"/>
                      <a:pt x="420168" y="1061355"/>
                    </a:cubicBezTo>
                    <a:cubicBezTo>
                      <a:pt x="372543" y="952770"/>
                      <a:pt x="338253" y="835614"/>
                      <a:pt x="345873" y="714646"/>
                    </a:cubicBezTo>
                    <a:cubicBezTo>
                      <a:pt x="355398" y="578439"/>
                      <a:pt x="372543" y="436516"/>
                      <a:pt x="438266" y="299356"/>
                    </a:cubicBezTo>
                    <a:cubicBezTo>
                      <a:pt x="458268" y="256494"/>
                      <a:pt x="492558" y="222204"/>
                      <a:pt x="507798" y="179341"/>
                    </a:cubicBezTo>
                    <a:cubicBezTo>
                      <a:pt x="411596" y="117429"/>
                      <a:pt x="315393" y="53611"/>
                      <a:pt x="214428" y="272"/>
                    </a:cubicBezTo>
                    <a:cubicBezTo>
                      <a:pt x="173471" y="41229"/>
                      <a:pt x="162993" y="104094"/>
                      <a:pt x="127751" y="151719"/>
                    </a:cubicBezTo>
                    <a:cubicBezTo>
                      <a:pt x="12498" y="310786"/>
                      <a:pt x="2021" y="508906"/>
                      <a:pt x="116" y="682261"/>
                    </a:cubicBezTo>
                    <a:cubicBezTo>
                      <a:pt x="-837" y="884190"/>
                      <a:pt x="47741" y="1075642"/>
                      <a:pt x="128703" y="1252807"/>
                    </a:cubicBezTo>
                    <a:cubicBezTo>
                      <a:pt x="102033" y="1295670"/>
                      <a:pt x="95366" y="1349962"/>
                      <a:pt x="93461" y="1404255"/>
                    </a:cubicBezTo>
                    <a:cubicBezTo>
                      <a:pt x="90603" y="1593802"/>
                      <a:pt x="247766" y="1745250"/>
                      <a:pt x="436361" y="1747155"/>
                    </a:cubicBezTo>
                    <a:cubicBezTo>
                      <a:pt x="468746" y="1747155"/>
                      <a:pt x="500178" y="1743345"/>
                      <a:pt x="529706" y="1734772"/>
                    </a:cubicBezTo>
                    <a:moveTo>
                      <a:pt x="529533" y="1734467"/>
                    </a:moveTo>
                    <a:cubicBezTo>
                      <a:pt x="771538" y="1917128"/>
                      <a:pt x="1078844" y="2025027"/>
                      <a:pt x="1413267" y="2016264"/>
                    </a:cubicBezTo>
                    <a:cubicBezTo>
                      <a:pt x="1616702" y="2015998"/>
                      <a:pt x="1803392" y="1981898"/>
                      <a:pt x="1971327" y="1920624"/>
                    </a:cubicBezTo>
                    <a:lnTo>
                      <a:pt x="1855036" y="1595002"/>
                    </a:lnTo>
                    <a:cubicBezTo>
                      <a:pt x="1721038" y="1645399"/>
                      <a:pt x="1572258" y="1673364"/>
                      <a:pt x="1410904" y="1673364"/>
                    </a:cubicBezTo>
                    <a:lnTo>
                      <a:pt x="1408514" y="1673364"/>
                    </a:lnTo>
                    <a:lnTo>
                      <a:pt x="1406123" y="1673431"/>
                    </a:lnTo>
                    <a:cubicBezTo>
                      <a:pt x="1163073" y="1680203"/>
                      <a:pt x="944313" y="1609042"/>
                      <a:pt x="769500" y="1487541"/>
                    </a:cubicBezTo>
                    <a:cubicBezTo>
                      <a:pt x="776154" y="1460881"/>
                      <a:pt x="779685" y="1432982"/>
                      <a:pt x="779685" y="1404255"/>
                    </a:cubicBezTo>
                    <a:cubicBezTo>
                      <a:pt x="779685" y="1214879"/>
                      <a:pt x="626163" y="1061355"/>
                      <a:pt x="436785" y="1061355"/>
                    </a:cubicBezTo>
                    <a:cubicBezTo>
                      <a:pt x="431347" y="1061355"/>
                      <a:pt x="425937" y="1061478"/>
                      <a:pt x="420561" y="1061736"/>
                    </a:cubicBezTo>
                    <a:cubicBezTo>
                      <a:pt x="321450" y="829208"/>
                      <a:pt x="315103" y="557912"/>
                      <a:pt x="437953" y="298959"/>
                    </a:cubicBezTo>
                    <a:cubicBezTo>
                      <a:pt x="458128" y="256434"/>
                      <a:pt x="481635" y="216357"/>
                      <a:pt x="507981" y="178887"/>
                    </a:cubicBezTo>
                    <a:lnTo>
                      <a:pt x="214585" y="298"/>
                    </a:lnTo>
                    <a:cubicBezTo>
                      <a:pt x="182461" y="47961"/>
                      <a:pt x="153491" y="98567"/>
                      <a:pt x="128150" y="151984"/>
                    </a:cubicBezTo>
                    <a:cubicBezTo>
                      <a:pt x="-53854" y="535620"/>
                      <a:pt x="-30598" y="927690"/>
                      <a:pt x="129114" y="1252693"/>
                    </a:cubicBezTo>
                    <a:cubicBezTo>
                      <a:pt x="106558" y="1298394"/>
                      <a:pt x="93885" y="1349848"/>
                      <a:pt x="93885" y="1404255"/>
                    </a:cubicBezTo>
                    <a:cubicBezTo>
                      <a:pt x="93885" y="1593631"/>
                      <a:pt x="247407" y="1747155"/>
                      <a:pt x="436785" y="1747155"/>
                    </a:cubicBezTo>
                    <a:cubicBezTo>
                      <a:pt x="468926" y="1747155"/>
                      <a:pt x="500033" y="1742735"/>
                      <a:pt x="529533" y="1734467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B85D3FB0-1D43-0887-F65A-88C409AAFF0E}"/>
                  </a:ext>
                </a:extLst>
              </p:cNvPr>
              <p:cNvSpPr/>
              <p:nvPr/>
            </p:nvSpPr>
            <p:spPr>
              <a:xfrm>
                <a:off x="6874922" y="6555309"/>
                <a:ext cx="686619" cy="687132"/>
              </a:xfrm>
              <a:custGeom>
                <a:avLst/>
                <a:gdLst>
                  <a:gd name="connsiteX0" fmla="*/ 686537 w 686619"/>
                  <a:gd name="connsiteY0" fmla="*/ 343356 h 687132"/>
                  <a:gd name="connsiteX1" fmla="*/ 343637 w 686619"/>
                  <a:gd name="connsiteY1" fmla="*/ 686256 h 687132"/>
                  <a:gd name="connsiteX2" fmla="*/ 737 w 686619"/>
                  <a:gd name="connsiteY2" fmla="*/ 343356 h 687132"/>
                  <a:gd name="connsiteX3" fmla="*/ 343637 w 686619"/>
                  <a:gd name="connsiteY3" fmla="*/ 456 h 687132"/>
                  <a:gd name="connsiteX4" fmla="*/ 686537 w 686619"/>
                  <a:gd name="connsiteY4" fmla="*/ 343356 h 687132"/>
                  <a:gd name="connsiteX5" fmla="*/ 686537 w 686619"/>
                  <a:gd name="connsiteY5" fmla="*/ 343356 h 687132"/>
                  <a:gd name="connsiteX6" fmla="*/ 343637 w 686619"/>
                  <a:gd name="connsiteY6" fmla="*/ 686256 h 687132"/>
                  <a:gd name="connsiteX7" fmla="*/ 737 w 686619"/>
                  <a:gd name="connsiteY7" fmla="*/ 343356 h 687132"/>
                  <a:gd name="connsiteX8" fmla="*/ 343637 w 686619"/>
                  <a:gd name="connsiteY8" fmla="*/ 456 h 687132"/>
                  <a:gd name="connsiteX9" fmla="*/ 686537 w 686619"/>
                  <a:gd name="connsiteY9" fmla="*/ 343356 h 687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6619" h="687132">
                    <a:moveTo>
                      <a:pt x="686537" y="343356"/>
                    </a:moveTo>
                    <a:cubicBezTo>
                      <a:pt x="680822" y="532903"/>
                      <a:pt x="532232" y="702448"/>
                      <a:pt x="343637" y="686256"/>
                    </a:cubicBezTo>
                    <a:cubicBezTo>
                      <a:pt x="155042" y="670064"/>
                      <a:pt x="-6883" y="532903"/>
                      <a:pt x="737" y="343356"/>
                    </a:cubicBezTo>
                    <a:cubicBezTo>
                      <a:pt x="8357" y="153808"/>
                      <a:pt x="154090" y="8076"/>
                      <a:pt x="343637" y="456"/>
                    </a:cubicBezTo>
                    <a:cubicBezTo>
                      <a:pt x="533185" y="-7164"/>
                      <a:pt x="697967" y="153808"/>
                      <a:pt x="686537" y="343356"/>
                    </a:cubicBezTo>
                    <a:moveTo>
                      <a:pt x="686537" y="343356"/>
                    </a:moveTo>
                    <a:cubicBezTo>
                      <a:pt x="686537" y="532735"/>
                      <a:pt x="533016" y="686256"/>
                      <a:pt x="343637" y="686256"/>
                    </a:cubicBezTo>
                    <a:cubicBezTo>
                      <a:pt x="154259" y="686256"/>
                      <a:pt x="737" y="532735"/>
                      <a:pt x="737" y="343356"/>
                    </a:cubicBezTo>
                    <a:cubicBezTo>
                      <a:pt x="737" y="153977"/>
                      <a:pt x="154259" y="456"/>
                      <a:pt x="343637" y="456"/>
                    </a:cubicBezTo>
                    <a:cubicBezTo>
                      <a:pt x="533016" y="456"/>
                      <a:pt x="686537" y="153977"/>
                      <a:pt x="686537" y="343356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1CA970E8-19C7-8380-9113-251E46E92D01}"/>
                  </a:ext>
                </a:extLst>
              </p:cNvPr>
              <p:cNvSpPr/>
              <p:nvPr/>
            </p:nvSpPr>
            <p:spPr>
              <a:xfrm>
                <a:off x="3501421" y="6610023"/>
                <a:ext cx="1964525" cy="988533"/>
              </a:xfrm>
              <a:custGeom>
                <a:avLst/>
                <a:gdLst>
                  <a:gd name="connsiteX0" fmla="*/ 1534606 w 1964525"/>
                  <a:gd name="connsiteY0" fmla="*/ 304840 h 988533"/>
                  <a:gd name="connsiteX1" fmla="*/ 1835596 w 1964525"/>
                  <a:gd name="connsiteY1" fmla="*/ 608688 h 988533"/>
                  <a:gd name="connsiteX2" fmla="*/ 1964184 w 1964525"/>
                  <a:gd name="connsiteY2" fmla="*/ 937300 h 988533"/>
                  <a:gd name="connsiteX3" fmla="*/ 1625094 w 1964525"/>
                  <a:gd name="connsiteY3" fmla="*/ 988735 h 988533"/>
                  <a:gd name="connsiteX4" fmla="*/ 1548894 w 1964525"/>
                  <a:gd name="connsiteY4" fmla="*/ 795378 h 988533"/>
                  <a:gd name="connsiteX5" fmla="*/ 1393636 w 1964525"/>
                  <a:gd name="connsiteY5" fmla="*/ 624880 h 988533"/>
                  <a:gd name="connsiteX6" fmla="*/ 1193611 w 1964525"/>
                  <a:gd name="connsiteY6" fmla="*/ 688698 h 988533"/>
                  <a:gd name="connsiteX7" fmla="*/ 883096 w 1964525"/>
                  <a:gd name="connsiteY7" fmla="*/ 491530 h 988533"/>
                  <a:gd name="connsiteX8" fmla="*/ 865951 w 1964525"/>
                  <a:gd name="connsiteY8" fmla="*/ 493435 h 988533"/>
                  <a:gd name="connsiteX9" fmla="*/ 293495 w 1964525"/>
                  <a:gd name="connsiteY9" fmla="*/ 844908 h 988533"/>
                  <a:gd name="connsiteX10" fmla="*/ 125 w 1964525"/>
                  <a:gd name="connsiteY10" fmla="*/ 665838 h 988533"/>
                  <a:gd name="connsiteX11" fmla="*/ 817370 w 1964525"/>
                  <a:gd name="connsiteY11" fmla="*/ 154345 h 988533"/>
                  <a:gd name="connsiteX12" fmla="*/ 916434 w 1964525"/>
                  <a:gd name="connsiteY12" fmla="*/ 144820 h 988533"/>
                  <a:gd name="connsiteX13" fmla="*/ 1193611 w 1964525"/>
                  <a:gd name="connsiteY13" fmla="*/ 2898 h 988533"/>
                  <a:gd name="connsiteX14" fmla="*/ 1534606 w 1964525"/>
                  <a:gd name="connsiteY14" fmla="*/ 304840 h 988533"/>
                  <a:gd name="connsiteX15" fmla="*/ 1534473 w 1964525"/>
                  <a:gd name="connsiteY15" fmla="*/ 304489 h 988533"/>
                  <a:gd name="connsiteX16" fmla="*/ 1835863 w 1964525"/>
                  <a:gd name="connsiteY16" fmla="*/ 608663 h 988533"/>
                  <a:gd name="connsiteX17" fmla="*/ 1835920 w 1964525"/>
                  <a:gd name="connsiteY17" fmla="*/ 608758 h 988533"/>
                  <a:gd name="connsiteX18" fmla="*/ 1964650 w 1964525"/>
                  <a:gd name="connsiteY18" fmla="*/ 937243 h 988533"/>
                  <a:gd name="connsiteX19" fmla="*/ 1625370 w 1964525"/>
                  <a:gd name="connsiteY19" fmla="*/ 988335 h 988533"/>
                  <a:gd name="connsiteX20" fmla="*/ 1548532 w 1964525"/>
                  <a:gd name="connsiteY20" fmla="*/ 795801 h 988533"/>
                  <a:gd name="connsiteX21" fmla="*/ 1393293 w 1964525"/>
                  <a:gd name="connsiteY21" fmla="*/ 624893 h 988533"/>
                  <a:gd name="connsiteX22" fmla="*/ 1194030 w 1964525"/>
                  <a:gd name="connsiteY22" fmla="*/ 688698 h 988533"/>
                  <a:gd name="connsiteX23" fmla="*/ 883439 w 1964525"/>
                  <a:gd name="connsiteY23" fmla="*/ 491294 h 988533"/>
                  <a:gd name="connsiteX24" fmla="*/ 866046 w 1964525"/>
                  <a:gd name="connsiteY24" fmla="*/ 493586 h 988533"/>
                  <a:gd name="connsiteX25" fmla="*/ 293677 w 1964525"/>
                  <a:gd name="connsiteY25" fmla="*/ 844454 h 988533"/>
                  <a:gd name="connsiteX26" fmla="*/ 281 w 1964525"/>
                  <a:gd name="connsiteY26" fmla="*/ 665866 h 988533"/>
                  <a:gd name="connsiteX27" fmla="*/ 817578 w 1964525"/>
                  <a:gd name="connsiteY27" fmla="*/ 154128 h 988533"/>
                  <a:gd name="connsiteX28" fmla="*/ 916462 w 1964525"/>
                  <a:gd name="connsiteY28" fmla="*/ 144419 h 988533"/>
                  <a:gd name="connsiteX29" fmla="*/ 1194030 w 1964525"/>
                  <a:gd name="connsiteY29" fmla="*/ 2898 h 988533"/>
                  <a:gd name="connsiteX30" fmla="*/ 1534473 w 1964525"/>
                  <a:gd name="connsiteY30" fmla="*/ 304489 h 988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964525" h="988533">
                    <a:moveTo>
                      <a:pt x="1534606" y="304840"/>
                    </a:moveTo>
                    <a:cubicBezTo>
                      <a:pt x="1644144" y="384850"/>
                      <a:pt x="1757491" y="475338"/>
                      <a:pt x="1835596" y="608688"/>
                    </a:cubicBezTo>
                    <a:cubicBezTo>
                      <a:pt x="1897509" y="712510"/>
                      <a:pt x="1939419" y="823000"/>
                      <a:pt x="1964184" y="937300"/>
                    </a:cubicBezTo>
                    <a:cubicBezTo>
                      <a:pt x="1849884" y="942063"/>
                      <a:pt x="1739394" y="988735"/>
                      <a:pt x="1625094" y="988735"/>
                    </a:cubicBezTo>
                    <a:cubicBezTo>
                      <a:pt x="1608901" y="921108"/>
                      <a:pt x="1582231" y="857290"/>
                      <a:pt x="1548894" y="795378"/>
                    </a:cubicBezTo>
                    <a:cubicBezTo>
                      <a:pt x="1508889" y="723940"/>
                      <a:pt x="1452691" y="668695"/>
                      <a:pt x="1393636" y="624880"/>
                    </a:cubicBezTo>
                    <a:cubicBezTo>
                      <a:pt x="1332676" y="658218"/>
                      <a:pt x="1267906" y="678220"/>
                      <a:pt x="1193611" y="688698"/>
                    </a:cubicBezTo>
                    <a:cubicBezTo>
                      <a:pt x="1058356" y="708700"/>
                      <a:pt x="939294" y="606783"/>
                      <a:pt x="883096" y="491530"/>
                    </a:cubicBezTo>
                    <a:cubicBezTo>
                      <a:pt x="877381" y="490578"/>
                      <a:pt x="871666" y="494388"/>
                      <a:pt x="865951" y="493435"/>
                    </a:cubicBezTo>
                    <a:cubicBezTo>
                      <a:pt x="644967" y="459145"/>
                      <a:pt x="432560" y="650598"/>
                      <a:pt x="293495" y="844908"/>
                    </a:cubicBezTo>
                    <a:cubicBezTo>
                      <a:pt x="197292" y="782995"/>
                      <a:pt x="97280" y="726798"/>
                      <a:pt x="125" y="665838"/>
                    </a:cubicBezTo>
                    <a:cubicBezTo>
                      <a:pt x="203007" y="385803"/>
                      <a:pt x="501140" y="209590"/>
                      <a:pt x="817370" y="154345"/>
                    </a:cubicBezTo>
                    <a:cubicBezTo>
                      <a:pt x="849755" y="148630"/>
                      <a:pt x="885001" y="155298"/>
                      <a:pt x="916434" y="144820"/>
                    </a:cubicBezTo>
                    <a:cubicBezTo>
                      <a:pt x="969774" y="52428"/>
                      <a:pt x="1081216" y="-14247"/>
                      <a:pt x="1193611" y="2898"/>
                    </a:cubicBezTo>
                    <a:cubicBezTo>
                      <a:pt x="1367919" y="28615"/>
                      <a:pt x="1510794" y="135295"/>
                      <a:pt x="1534606" y="304840"/>
                    </a:cubicBezTo>
                    <a:moveTo>
                      <a:pt x="1534473" y="304489"/>
                    </a:moveTo>
                    <a:cubicBezTo>
                      <a:pt x="1648582" y="378588"/>
                      <a:pt x="1751548" y="479242"/>
                      <a:pt x="1835863" y="608663"/>
                    </a:cubicBezTo>
                    <a:lnTo>
                      <a:pt x="1835920" y="608758"/>
                    </a:lnTo>
                    <a:cubicBezTo>
                      <a:pt x="1901652" y="709787"/>
                      <a:pt x="1944238" y="822072"/>
                      <a:pt x="1964650" y="937243"/>
                    </a:cubicBezTo>
                    <a:lnTo>
                      <a:pt x="1625370" y="988335"/>
                    </a:lnTo>
                    <a:cubicBezTo>
                      <a:pt x="1612187" y="920279"/>
                      <a:pt x="1586660" y="854428"/>
                      <a:pt x="1548532" y="795801"/>
                    </a:cubicBezTo>
                    <a:cubicBezTo>
                      <a:pt x="1503660" y="726936"/>
                      <a:pt x="1451205" y="670177"/>
                      <a:pt x="1393293" y="624893"/>
                    </a:cubicBezTo>
                    <a:cubicBezTo>
                      <a:pt x="1337134" y="665060"/>
                      <a:pt x="1268344" y="688698"/>
                      <a:pt x="1194030" y="688698"/>
                    </a:cubicBezTo>
                    <a:cubicBezTo>
                      <a:pt x="1056670" y="688698"/>
                      <a:pt x="938170" y="607930"/>
                      <a:pt x="883439" y="491294"/>
                    </a:cubicBezTo>
                    <a:cubicBezTo>
                      <a:pt x="877638" y="491994"/>
                      <a:pt x="871847" y="492758"/>
                      <a:pt x="866046" y="493586"/>
                    </a:cubicBezTo>
                    <a:cubicBezTo>
                      <a:pt x="644543" y="525212"/>
                      <a:pt x="430702" y="649576"/>
                      <a:pt x="293677" y="844454"/>
                    </a:cubicBezTo>
                    <a:lnTo>
                      <a:pt x="281" y="665866"/>
                    </a:lnTo>
                    <a:cubicBezTo>
                      <a:pt x="193223" y="379591"/>
                      <a:pt x="499931" y="199482"/>
                      <a:pt x="817578" y="154128"/>
                    </a:cubicBezTo>
                    <a:cubicBezTo>
                      <a:pt x="850387" y="149445"/>
                      <a:pt x="883391" y="146196"/>
                      <a:pt x="916462" y="144419"/>
                    </a:cubicBezTo>
                    <a:cubicBezTo>
                      <a:pt x="978794" y="58657"/>
                      <a:pt x="1079902" y="2898"/>
                      <a:pt x="1194030" y="2898"/>
                    </a:cubicBezTo>
                    <a:cubicBezTo>
                      <a:pt x="1369433" y="2898"/>
                      <a:pt x="1514070" y="134589"/>
                      <a:pt x="1534473" y="304489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80B2F8F-DD5C-64C5-A5FE-9514572D9671}"/>
                  </a:ext>
                </a:extLst>
              </p:cNvPr>
              <p:cNvSpPr/>
              <p:nvPr/>
            </p:nvSpPr>
            <p:spPr>
              <a:xfrm>
                <a:off x="6875180" y="5755451"/>
                <a:ext cx="685949" cy="685922"/>
              </a:xfrm>
              <a:custGeom>
                <a:avLst/>
                <a:gdLst>
                  <a:gd name="connsiteX0" fmla="*/ 686279 w 685949"/>
                  <a:gd name="connsiteY0" fmla="*/ 343029 h 685922"/>
                  <a:gd name="connsiteX1" fmla="*/ 343379 w 685949"/>
                  <a:gd name="connsiteY1" fmla="*/ 685929 h 685922"/>
                  <a:gd name="connsiteX2" fmla="*/ 479 w 685949"/>
                  <a:gd name="connsiteY2" fmla="*/ 343029 h 685922"/>
                  <a:gd name="connsiteX3" fmla="*/ 343379 w 685949"/>
                  <a:gd name="connsiteY3" fmla="*/ 129 h 685922"/>
                  <a:gd name="connsiteX4" fmla="*/ 686279 w 685949"/>
                  <a:gd name="connsiteY4" fmla="*/ 343029 h 685922"/>
                  <a:gd name="connsiteX5" fmla="*/ 686279 w 685949"/>
                  <a:gd name="connsiteY5" fmla="*/ 343029 h 685922"/>
                  <a:gd name="connsiteX6" fmla="*/ 343379 w 685949"/>
                  <a:gd name="connsiteY6" fmla="*/ 685929 h 685922"/>
                  <a:gd name="connsiteX7" fmla="*/ 479 w 685949"/>
                  <a:gd name="connsiteY7" fmla="*/ 343029 h 685922"/>
                  <a:gd name="connsiteX8" fmla="*/ 343379 w 685949"/>
                  <a:gd name="connsiteY8" fmla="*/ 129 h 685922"/>
                  <a:gd name="connsiteX9" fmla="*/ 686279 w 685949"/>
                  <a:gd name="connsiteY9" fmla="*/ 343029 h 685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949" h="685922">
                    <a:moveTo>
                      <a:pt x="686279" y="343029"/>
                    </a:moveTo>
                    <a:cubicBezTo>
                      <a:pt x="691994" y="532577"/>
                      <a:pt x="532926" y="681167"/>
                      <a:pt x="343379" y="685929"/>
                    </a:cubicBezTo>
                    <a:cubicBezTo>
                      <a:pt x="153831" y="690692"/>
                      <a:pt x="479" y="532577"/>
                      <a:pt x="479" y="343029"/>
                    </a:cubicBezTo>
                    <a:cubicBezTo>
                      <a:pt x="479" y="153482"/>
                      <a:pt x="153831" y="2034"/>
                      <a:pt x="343379" y="129"/>
                    </a:cubicBezTo>
                    <a:cubicBezTo>
                      <a:pt x="532926" y="-1776"/>
                      <a:pt x="682469" y="153482"/>
                      <a:pt x="686279" y="343029"/>
                    </a:cubicBezTo>
                    <a:moveTo>
                      <a:pt x="686279" y="343029"/>
                    </a:moveTo>
                    <a:cubicBezTo>
                      <a:pt x="686279" y="532408"/>
                      <a:pt x="532758" y="685929"/>
                      <a:pt x="343379" y="685929"/>
                    </a:cubicBezTo>
                    <a:cubicBezTo>
                      <a:pt x="154000" y="685929"/>
                      <a:pt x="479" y="532408"/>
                      <a:pt x="479" y="343029"/>
                    </a:cubicBezTo>
                    <a:cubicBezTo>
                      <a:pt x="479" y="153650"/>
                      <a:pt x="154000" y="129"/>
                      <a:pt x="343379" y="129"/>
                    </a:cubicBezTo>
                    <a:cubicBezTo>
                      <a:pt x="532758" y="129"/>
                      <a:pt x="686279" y="153650"/>
                      <a:pt x="686279" y="343029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A3D23B6-2133-1E88-240F-9CC5F914AE34}"/>
                  </a:ext>
                </a:extLst>
              </p:cNvPr>
              <p:cNvSpPr/>
              <p:nvPr/>
            </p:nvSpPr>
            <p:spPr>
              <a:xfrm>
                <a:off x="4004810" y="7547054"/>
                <a:ext cx="1485727" cy="1075613"/>
              </a:xfrm>
              <a:custGeom>
                <a:avLst/>
                <a:gdLst>
                  <a:gd name="connsiteX0" fmla="*/ 1314163 w 1485727"/>
                  <a:gd name="connsiteY0" fmla="*/ 674734 h 1075613"/>
                  <a:gd name="connsiteX1" fmla="*/ 1410366 w 1485727"/>
                  <a:gd name="connsiteY1" fmla="*/ 501379 h 1075613"/>
                  <a:gd name="connsiteX2" fmla="*/ 1460848 w 1485727"/>
                  <a:gd name="connsiteY2" fmla="*/ 364 h 1075613"/>
                  <a:gd name="connsiteX3" fmla="*/ 1121758 w 1485727"/>
                  <a:gd name="connsiteY3" fmla="*/ 51799 h 1075613"/>
                  <a:gd name="connsiteX4" fmla="*/ 1092231 w 1485727"/>
                  <a:gd name="connsiteY4" fmla="*/ 371839 h 1075613"/>
                  <a:gd name="connsiteX5" fmla="*/ 1077943 w 1485727"/>
                  <a:gd name="connsiteY5" fmla="*/ 405176 h 1075613"/>
                  <a:gd name="connsiteX6" fmla="*/ 976026 w 1485727"/>
                  <a:gd name="connsiteY6" fmla="*/ 389936 h 1075613"/>
                  <a:gd name="connsiteX7" fmla="*/ 644551 w 1485727"/>
                  <a:gd name="connsiteY7" fmla="*/ 647111 h 1075613"/>
                  <a:gd name="connsiteX8" fmla="*/ 377851 w 1485727"/>
                  <a:gd name="connsiteY8" fmla="*/ 488044 h 1075613"/>
                  <a:gd name="connsiteX9" fmla="*/ 336893 w 1485727"/>
                  <a:gd name="connsiteY9" fmla="*/ 397556 h 1075613"/>
                  <a:gd name="connsiteX10" fmla="*/ 119723 w 1485727"/>
                  <a:gd name="connsiteY10" fmla="*/ 289924 h 1075613"/>
                  <a:gd name="connsiteX11" fmla="*/ 11138 w 1485727"/>
                  <a:gd name="connsiteY11" fmla="*/ 507094 h 1075613"/>
                  <a:gd name="connsiteX12" fmla="*/ 56858 w 1485727"/>
                  <a:gd name="connsiteY12" fmla="*/ 615679 h 1075613"/>
                  <a:gd name="connsiteX13" fmla="*/ 697891 w 1485727"/>
                  <a:gd name="connsiteY13" fmla="*/ 990014 h 1075613"/>
                  <a:gd name="connsiteX14" fmla="*/ 746468 w 1485727"/>
                  <a:gd name="connsiteY14" fmla="*/ 987157 h 1075613"/>
                  <a:gd name="connsiteX15" fmla="*/ 976026 w 1485727"/>
                  <a:gd name="connsiteY15" fmla="*/ 1075739 h 1075613"/>
                  <a:gd name="connsiteX16" fmla="*/ 1318926 w 1485727"/>
                  <a:gd name="connsiteY16" fmla="*/ 732836 h 1075613"/>
                  <a:gd name="connsiteX17" fmla="*/ 1314163 w 1485727"/>
                  <a:gd name="connsiteY17" fmla="*/ 674734 h 1075613"/>
                  <a:gd name="connsiteX18" fmla="*/ 1314373 w 1485727"/>
                  <a:gd name="connsiteY18" fmla="*/ 674317 h 1075613"/>
                  <a:gd name="connsiteX19" fmla="*/ 1410185 w 1485727"/>
                  <a:gd name="connsiteY19" fmla="*/ 501220 h 1075613"/>
                  <a:gd name="connsiteX20" fmla="*/ 1461315 w 1485727"/>
                  <a:gd name="connsiteY20" fmla="*/ 300 h 1075613"/>
                  <a:gd name="connsiteX21" fmla="*/ 1122025 w 1485727"/>
                  <a:gd name="connsiteY21" fmla="*/ 51400 h 1075613"/>
                  <a:gd name="connsiteX22" fmla="*/ 1092507 w 1485727"/>
                  <a:gd name="connsiteY22" fmla="*/ 372141 h 1075613"/>
                  <a:gd name="connsiteX23" fmla="*/ 1077724 w 1485727"/>
                  <a:gd name="connsiteY23" fmla="*/ 405139 h 1075613"/>
                  <a:gd name="connsiteX24" fmla="*/ 976445 w 1485727"/>
                  <a:gd name="connsiteY24" fmla="*/ 389936 h 1075613"/>
                  <a:gd name="connsiteX25" fmla="*/ 644463 w 1485727"/>
                  <a:gd name="connsiteY25" fmla="*/ 646667 h 1075613"/>
                  <a:gd name="connsiteX26" fmla="*/ 378139 w 1485727"/>
                  <a:gd name="connsiteY26" fmla="*/ 487703 h 1075613"/>
                  <a:gd name="connsiteX27" fmla="*/ 336612 w 1485727"/>
                  <a:gd name="connsiteY27" fmla="*/ 397771 h 1075613"/>
                  <a:gd name="connsiteX28" fmla="*/ 119588 w 1485727"/>
                  <a:gd name="connsiteY28" fmla="*/ 289648 h 1075613"/>
                  <a:gd name="connsiteX29" fmla="*/ 11465 w 1485727"/>
                  <a:gd name="connsiteY29" fmla="*/ 506672 h 1075613"/>
                  <a:gd name="connsiteX30" fmla="*/ 57318 w 1485727"/>
                  <a:gd name="connsiteY30" fmla="*/ 616030 h 1075613"/>
                  <a:gd name="connsiteX31" fmla="*/ 697702 w 1485727"/>
                  <a:gd name="connsiteY31" fmla="*/ 990310 h 1075613"/>
                  <a:gd name="connsiteX32" fmla="*/ 746937 w 1485727"/>
                  <a:gd name="connsiteY32" fmla="*/ 987604 h 1075613"/>
                  <a:gd name="connsiteX33" fmla="*/ 976445 w 1485727"/>
                  <a:gd name="connsiteY33" fmla="*/ 1075739 h 1075613"/>
                  <a:gd name="connsiteX34" fmla="*/ 1319345 w 1485727"/>
                  <a:gd name="connsiteY34" fmla="*/ 732836 h 1075613"/>
                  <a:gd name="connsiteX35" fmla="*/ 1314373 w 1485727"/>
                  <a:gd name="connsiteY35" fmla="*/ 674317 h 1075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85727" h="1075613">
                    <a:moveTo>
                      <a:pt x="1314163" y="674734"/>
                    </a:moveTo>
                    <a:cubicBezTo>
                      <a:pt x="1340833" y="613774"/>
                      <a:pt x="1373218" y="555671"/>
                      <a:pt x="1410366" y="501379"/>
                    </a:cubicBezTo>
                    <a:cubicBezTo>
                      <a:pt x="1504663" y="362314"/>
                      <a:pt x="1497043" y="168956"/>
                      <a:pt x="1460848" y="364"/>
                    </a:cubicBezTo>
                    <a:cubicBezTo>
                      <a:pt x="1347501" y="7031"/>
                      <a:pt x="1236058" y="37511"/>
                      <a:pt x="1121758" y="51799"/>
                    </a:cubicBezTo>
                    <a:cubicBezTo>
                      <a:pt x="1157001" y="155621"/>
                      <a:pt x="1136046" y="274684"/>
                      <a:pt x="1092231" y="371839"/>
                    </a:cubicBezTo>
                    <a:cubicBezTo>
                      <a:pt x="1087468" y="383269"/>
                      <a:pt x="1079848" y="393746"/>
                      <a:pt x="1077943" y="405176"/>
                    </a:cubicBezTo>
                    <a:cubicBezTo>
                      <a:pt x="1048416" y="388031"/>
                      <a:pt x="1009363" y="377554"/>
                      <a:pt x="976026" y="389936"/>
                    </a:cubicBezTo>
                    <a:cubicBezTo>
                      <a:pt x="827431" y="448039"/>
                      <a:pt x="693128" y="502331"/>
                      <a:pt x="644551" y="647111"/>
                    </a:cubicBezTo>
                    <a:cubicBezTo>
                      <a:pt x="528346" y="651874"/>
                      <a:pt x="442621" y="579484"/>
                      <a:pt x="377851" y="488044"/>
                    </a:cubicBezTo>
                    <a:cubicBezTo>
                      <a:pt x="359753" y="462326"/>
                      <a:pt x="344513" y="431846"/>
                      <a:pt x="336893" y="397556"/>
                    </a:cubicBezTo>
                    <a:cubicBezTo>
                      <a:pt x="314033" y="306116"/>
                      <a:pt x="210211" y="261349"/>
                      <a:pt x="119723" y="289924"/>
                    </a:cubicBezTo>
                    <a:cubicBezTo>
                      <a:pt x="29236" y="317546"/>
                      <a:pt x="-24104" y="419464"/>
                      <a:pt x="11138" y="507094"/>
                    </a:cubicBezTo>
                    <a:cubicBezTo>
                      <a:pt x="26378" y="544241"/>
                      <a:pt x="45428" y="579484"/>
                      <a:pt x="56858" y="615679"/>
                    </a:cubicBezTo>
                    <a:cubicBezTo>
                      <a:pt x="140678" y="870952"/>
                      <a:pt x="412141" y="996682"/>
                      <a:pt x="697891" y="990014"/>
                    </a:cubicBezTo>
                    <a:cubicBezTo>
                      <a:pt x="714083" y="990014"/>
                      <a:pt x="731228" y="991919"/>
                      <a:pt x="746468" y="987157"/>
                    </a:cubicBezTo>
                    <a:cubicBezTo>
                      <a:pt x="803618" y="1046212"/>
                      <a:pt x="888396" y="1078597"/>
                      <a:pt x="976026" y="1075739"/>
                    </a:cubicBezTo>
                    <a:cubicBezTo>
                      <a:pt x="1165573" y="1069072"/>
                      <a:pt x="1310353" y="922387"/>
                      <a:pt x="1318926" y="732836"/>
                    </a:cubicBezTo>
                    <a:cubicBezTo>
                      <a:pt x="1319878" y="712834"/>
                      <a:pt x="1322736" y="691879"/>
                      <a:pt x="1314163" y="674734"/>
                    </a:cubicBezTo>
                    <a:moveTo>
                      <a:pt x="1314373" y="674317"/>
                    </a:moveTo>
                    <a:cubicBezTo>
                      <a:pt x="1353254" y="620751"/>
                      <a:pt x="1385296" y="562483"/>
                      <a:pt x="1410185" y="501220"/>
                    </a:cubicBezTo>
                    <a:cubicBezTo>
                      <a:pt x="1473326" y="345826"/>
                      <a:pt x="1491385" y="169936"/>
                      <a:pt x="1461315" y="300"/>
                    </a:cubicBezTo>
                    <a:lnTo>
                      <a:pt x="1122025" y="51400"/>
                    </a:lnTo>
                    <a:cubicBezTo>
                      <a:pt x="1142951" y="159450"/>
                      <a:pt x="1132769" y="273058"/>
                      <a:pt x="1092507" y="372141"/>
                    </a:cubicBezTo>
                    <a:cubicBezTo>
                      <a:pt x="1087954" y="383356"/>
                      <a:pt x="1083029" y="394364"/>
                      <a:pt x="1077724" y="405139"/>
                    </a:cubicBezTo>
                    <a:cubicBezTo>
                      <a:pt x="1045710" y="395257"/>
                      <a:pt x="1011697" y="389936"/>
                      <a:pt x="976445" y="389936"/>
                    </a:cubicBezTo>
                    <a:cubicBezTo>
                      <a:pt x="816828" y="389936"/>
                      <a:pt x="682683" y="498997"/>
                      <a:pt x="644463" y="646667"/>
                    </a:cubicBezTo>
                    <a:cubicBezTo>
                      <a:pt x="528925" y="638450"/>
                      <a:pt x="436929" y="583131"/>
                      <a:pt x="378139" y="487703"/>
                    </a:cubicBezTo>
                    <a:cubicBezTo>
                      <a:pt x="361595" y="460849"/>
                      <a:pt x="347681" y="430821"/>
                      <a:pt x="336612" y="397771"/>
                    </a:cubicBezTo>
                    <a:cubicBezTo>
                      <a:pt x="306540" y="307984"/>
                      <a:pt x="209375" y="259575"/>
                      <a:pt x="119588" y="289648"/>
                    </a:cubicBezTo>
                    <a:cubicBezTo>
                      <a:pt x="29802" y="319720"/>
                      <a:pt x="-18608" y="416885"/>
                      <a:pt x="11465" y="506672"/>
                    </a:cubicBezTo>
                    <a:cubicBezTo>
                      <a:pt x="24299" y="544992"/>
                      <a:pt x="39644" y="581503"/>
                      <a:pt x="57318" y="616030"/>
                    </a:cubicBezTo>
                    <a:cubicBezTo>
                      <a:pt x="179402" y="854523"/>
                      <a:pt x="412653" y="998396"/>
                      <a:pt x="697702" y="990310"/>
                    </a:cubicBezTo>
                    <a:cubicBezTo>
                      <a:pt x="714357" y="989843"/>
                      <a:pt x="730769" y="988938"/>
                      <a:pt x="746937" y="987604"/>
                    </a:cubicBezTo>
                    <a:cubicBezTo>
                      <a:pt x="807710" y="1042392"/>
                      <a:pt x="888186" y="1075739"/>
                      <a:pt x="976445" y="1075739"/>
                    </a:cubicBezTo>
                    <a:cubicBezTo>
                      <a:pt x="1165821" y="1075739"/>
                      <a:pt x="1319345" y="922215"/>
                      <a:pt x="1319345" y="732836"/>
                    </a:cubicBezTo>
                    <a:cubicBezTo>
                      <a:pt x="1319345" y="712885"/>
                      <a:pt x="1317640" y="693333"/>
                      <a:pt x="1314373" y="674317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7A7A8D34-C96A-8020-B5E1-BA902C620744}"/>
                  </a:ext>
                </a:extLst>
              </p:cNvPr>
              <p:cNvSpPr/>
              <p:nvPr/>
            </p:nvSpPr>
            <p:spPr>
              <a:xfrm>
                <a:off x="5847852" y="7479242"/>
                <a:ext cx="438545" cy="438401"/>
              </a:xfrm>
              <a:custGeom>
                <a:avLst/>
                <a:gdLst>
                  <a:gd name="connsiteX0" fmla="*/ 324220 w 438545"/>
                  <a:gd name="connsiteY0" fmla="*/ 438694 h 438401"/>
                  <a:gd name="connsiteX1" fmla="*/ 438520 w 438545"/>
                  <a:gd name="connsiteY1" fmla="*/ 324394 h 438401"/>
                  <a:gd name="connsiteX2" fmla="*/ 324220 w 438545"/>
                  <a:gd name="connsiteY2" fmla="*/ 210094 h 438401"/>
                  <a:gd name="connsiteX3" fmla="*/ 209920 w 438545"/>
                  <a:gd name="connsiteY3" fmla="*/ 324394 h 438401"/>
                  <a:gd name="connsiteX4" fmla="*/ 324220 w 438545"/>
                  <a:gd name="connsiteY4" fmla="*/ 438694 h 438401"/>
                  <a:gd name="connsiteX5" fmla="*/ 288025 w 438545"/>
                  <a:gd name="connsiteY5" fmla="*/ 295819 h 438401"/>
                  <a:gd name="connsiteX6" fmla="*/ 293740 w 438545"/>
                  <a:gd name="connsiteY6" fmla="*/ 276769 h 438401"/>
                  <a:gd name="connsiteX7" fmla="*/ 310885 w 438545"/>
                  <a:gd name="connsiteY7" fmla="*/ 263434 h 438401"/>
                  <a:gd name="connsiteX8" fmla="*/ 331840 w 438545"/>
                  <a:gd name="connsiteY8" fmla="*/ 261529 h 438401"/>
                  <a:gd name="connsiteX9" fmla="*/ 348985 w 438545"/>
                  <a:gd name="connsiteY9" fmla="*/ 271054 h 438401"/>
                  <a:gd name="connsiteX10" fmla="*/ 358510 w 438545"/>
                  <a:gd name="connsiteY10" fmla="*/ 290104 h 438401"/>
                  <a:gd name="connsiteX11" fmla="*/ 356605 w 438545"/>
                  <a:gd name="connsiteY11" fmla="*/ 311059 h 438401"/>
                  <a:gd name="connsiteX12" fmla="*/ 343270 w 438545"/>
                  <a:gd name="connsiteY12" fmla="*/ 326299 h 438401"/>
                  <a:gd name="connsiteX13" fmla="*/ 324220 w 438545"/>
                  <a:gd name="connsiteY13" fmla="*/ 332014 h 438401"/>
                  <a:gd name="connsiteX14" fmla="*/ 324220 w 438545"/>
                  <a:gd name="connsiteY14" fmla="*/ 351064 h 438401"/>
                  <a:gd name="connsiteX15" fmla="*/ 133720 w 438545"/>
                  <a:gd name="connsiteY15" fmla="*/ 162469 h 438401"/>
                  <a:gd name="connsiteX16" fmla="*/ 215635 w 438545"/>
                  <a:gd name="connsiteY16" fmla="*/ 82459 h 438401"/>
                  <a:gd name="connsiteX17" fmla="*/ 133720 w 438545"/>
                  <a:gd name="connsiteY17" fmla="*/ 544 h 438401"/>
                  <a:gd name="connsiteX18" fmla="*/ 53710 w 438545"/>
                  <a:gd name="connsiteY18" fmla="*/ 82459 h 438401"/>
                  <a:gd name="connsiteX19" fmla="*/ 133720 w 438545"/>
                  <a:gd name="connsiteY19" fmla="*/ 162469 h 438401"/>
                  <a:gd name="connsiteX20" fmla="*/ 152770 w 438545"/>
                  <a:gd name="connsiteY20" fmla="*/ 324394 h 438401"/>
                  <a:gd name="connsiteX21" fmla="*/ 370 w 438545"/>
                  <a:gd name="connsiteY21" fmla="*/ 324394 h 438401"/>
                  <a:gd name="connsiteX22" fmla="*/ 19420 w 438545"/>
                  <a:gd name="connsiteY22" fmla="*/ 255814 h 438401"/>
                  <a:gd name="connsiteX23" fmla="*/ 68950 w 438545"/>
                  <a:gd name="connsiteY23" fmla="*/ 208189 h 438401"/>
                  <a:gd name="connsiteX24" fmla="*/ 137530 w 438545"/>
                  <a:gd name="connsiteY24" fmla="*/ 191044 h 438401"/>
                  <a:gd name="connsiteX25" fmla="*/ 206110 w 438545"/>
                  <a:gd name="connsiteY25" fmla="*/ 211999 h 438401"/>
                  <a:gd name="connsiteX26" fmla="*/ 324220 w 438545"/>
                  <a:gd name="connsiteY26" fmla="*/ 398689 h 438401"/>
                  <a:gd name="connsiteX27" fmla="*/ 320410 w 438545"/>
                  <a:gd name="connsiteY27" fmla="*/ 394879 h 438401"/>
                  <a:gd name="connsiteX28" fmla="*/ 324220 w 438545"/>
                  <a:gd name="connsiteY28" fmla="*/ 389164 h 438401"/>
                  <a:gd name="connsiteX29" fmla="*/ 324220 w 438545"/>
                  <a:gd name="connsiteY29" fmla="*/ 398689 h 438401"/>
                  <a:gd name="connsiteX30" fmla="*/ 329935 w 438545"/>
                  <a:gd name="connsiteY30" fmla="*/ 394879 h 438401"/>
                  <a:gd name="connsiteX31" fmla="*/ 324220 w 438545"/>
                  <a:gd name="connsiteY31" fmla="*/ 389164 h 438401"/>
                  <a:gd name="connsiteX32" fmla="*/ 324220 w 438545"/>
                  <a:gd name="connsiteY32" fmla="*/ 438694 h 438401"/>
                  <a:gd name="connsiteX33" fmla="*/ 438520 w 438545"/>
                  <a:gd name="connsiteY33" fmla="*/ 324394 h 438401"/>
                  <a:gd name="connsiteX34" fmla="*/ 324220 w 438545"/>
                  <a:gd name="connsiteY34" fmla="*/ 210094 h 438401"/>
                  <a:gd name="connsiteX35" fmla="*/ 209920 w 438545"/>
                  <a:gd name="connsiteY35" fmla="*/ 324394 h 438401"/>
                  <a:gd name="connsiteX36" fmla="*/ 324220 w 438545"/>
                  <a:gd name="connsiteY36" fmla="*/ 438694 h 438401"/>
                  <a:gd name="connsiteX37" fmla="*/ 288501 w 438545"/>
                  <a:gd name="connsiteY37" fmla="*/ 296619 h 438401"/>
                  <a:gd name="connsiteX38" fmla="*/ 294521 w 438545"/>
                  <a:gd name="connsiteY38" fmla="*/ 276774 h 438401"/>
                  <a:gd name="connsiteX39" fmla="*/ 310552 w 438545"/>
                  <a:gd name="connsiteY39" fmla="*/ 263619 h 438401"/>
                  <a:gd name="connsiteX40" fmla="*/ 331189 w 438545"/>
                  <a:gd name="connsiteY40" fmla="*/ 261586 h 438401"/>
                  <a:gd name="connsiteX41" fmla="*/ 349477 w 438545"/>
                  <a:gd name="connsiteY41" fmla="*/ 271362 h 438401"/>
                  <a:gd name="connsiteX42" fmla="*/ 359253 w 438545"/>
                  <a:gd name="connsiteY42" fmla="*/ 289650 h 438401"/>
                  <a:gd name="connsiteX43" fmla="*/ 357220 w 438545"/>
                  <a:gd name="connsiteY43" fmla="*/ 310287 h 438401"/>
                  <a:gd name="connsiteX44" fmla="*/ 344064 w 438545"/>
                  <a:gd name="connsiteY44" fmla="*/ 326318 h 438401"/>
                  <a:gd name="connsiteX45" fmla="*/ 324220 w 438545"/>
                  <a:gd name="connsiteY45" fmla="*/ 332338 h 438401"/>
                  <a:gd name="connsiteX46" fmla="*/ 324220 w 438545"/>
                  <a:gd name="connsiteY46" fmla="*/ 351388 h 438401"/>
                  <a:gd name="connsiteX47" fmla="*/ 133720 w 438545"/>
                  <a:gd name="connsiteY47" fmla="*/ 162469 h 438401"/>
                  <a:gd name="connsiteX48" fmla="*/ 214683 w 438545"/>
                  <a:gd name="connsiteY48" fmla="*/ 81506 h 438401"/>
                  <a:gd name="connsiteX49" fmla="*/ 133720 w 438545"/>
                  <a:gd name="connsiteY49" fmla="*/ 544 h 438401"/>
                  <a:gd name="connsiteX50" fmla="*/ 52758 w 438545"/>
                  <a:gd name="connsiteY50" fmla="*/ 81506 h 438401"/>
                  <a:gd name="connsiteX51" fmla="*/ 133720 w 438545"/>
                  <a:gd name="connsiteY51" fmla="*/ 162469 h 438401"/>
                  <a:gd name="connsiteX52" fmla="*/ 152770 w 438545"/>
                  <a:gd name="connsiteY52" fmla="*/ 324394 h 438401"/>
                  <a:gd name="connsiteX53" fmla="*/ 370 w 438545"/>
                  <a:gd name="connsiteY53" fmla="*/ 324394 h 438401"/>
                  <a:gd name="connsiteX54" fmla="*/ 19030 w 438545"/>
                  <a:gd name="connsiteY54" fmla="*/ 256355 h 438401"/>
                  <a:gd name="connsiteX55" fmla="*/ 69795 w 438545"/>
                  <a:gd name="connsiteY55" fmla="*/ 207360 h 438401"/>
                  <a:gd name="connsiteX56" fmla="*/ 138453 w 438545"/>
                  <a:gd name="connsiteY56" fmla="*/ 191124 h 438401"/>
                  <a:gd name="connsiteX57" fmla="*/ 205786 w 438545"/>
                  <a:gd name="connsiteY57" fmla="*/ 212189 h 438401"/>
                  <a:gd name="connsiteX58" fmla="*/ 324220 w 438545"/>
                  <a:gd name="connsiteY58" fmla="*/ 399013 h 438401"/>
                  <a:gd name="connsiteX59" fmla="*/ 319458 w 438545"/>
                  <a:gd name="connsiteY59" fmla="*/ 394250 h 438401"/>
                  <a:gd name="connsiteX60" fmla="*/ 324220 w 438545"/>
                  <a:gd name="connsiteY60" fmla="*/ 389488 h 438401"/>
                  <a:gd name="connsiteX61" fmla="*/ 324220 w 438545"/>
                  <a:gd name="connsiteY61" fmla="*/ 399013 h 438401"/>
                  <a:gd name="connsiteX62" fmla="*/ 328983 w 438545"/>
                  <a:gd name="connsiteY62" fmla="*/ 394250 h 438401"/>
                  <a:gd name="connsiteX63" fmla="*/ 324220 w 438545"/>
                  <a:gd name="connsiteY63" fmla="*/ 389488 h 438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438545" h="438401">
                    <a:moveTo>
                      <a:pt x="324220" y="438694"/>
                    </a:moveTo>
                    <a:cubicBezTo>
                      <a:pt x="387085" y="427264"/>
                      <a:pt x="432805" y="387259"/>
                      <a:pt x="438520" y="324394"/>
                    </a:cubicBezTo>
                    <a:cubicBezTo>
                      <a:pt x="444235" y="261529"/>
                      <a:pt x="387085" y="219619"/>
                      <a:pt x="324220" y="210094"/>
                    </a:cubicBezTo>
                    <a:cubicBezTo>
                      <a:pt x="261355" y="200569"/>
                      <a:pt x="232780" y="265339"/>
                      <a:pt x="209920" y="324394"/>
                    </a:cubicBezTo>
                    <a:cubicBezTo>
                      <a:pt x="187060" y="383449"/>
                      <a:pt x="261355" y="434884"/>
                      <a:pt x="324220" y="438694"/>
                    </a:cubicBezTo>
                    <a:moveTo>
                      <a:pt x="288025" y="295819"/>
                    </a:moveTo>
                    <a:cubicBezTo>
                      <a:pt x="286120" y="290104"/>
                      <a:pt x="288025" y="280579"/>
                      <a:pt x="293740" y="276769"/>
                    </a:cubicBezTo>
                    <a:cubicBezTo>
                      <a:pt x="299455" y="272959"/>
                      <a:pt x="303265" y="263434"/>
                      <a:pt x="310885" y="263434"/>
                    </a:cubicBezTo>
                    <a:cubicBezTo>
                      <a:pt x="318505" y="263434"/>
                      <a:pt x="324220" y="261529"/>
                      <a:pt x="331840" y="261529"/>
                    </a:cubicBezTo>
                    <a:cubicBezTo>
                      <a:pt x="337555" y="261529"/>
                      <a:pt x="345175" y="265339"/>
                      <a:pt x="348985" y="271054"/>
                    </a:cubicBezTo>
                    <a:cubicBezTo>
                      <a:pt x="352795" y="276769"/>
                      <a:pt x="354700" y="284389"/>
                      <a:pt x="358510" y="290104"/>
                    </a:cubicBezTo>
                    <a:cubicBezTo>
                      <a:pt x="362320" y="295819"/>
                      <a:pt x="358510" y="303439"/>
                      <a:pt x="356605" y="311059"/>
                    </a:cubicBezTo>
                    <a:cubicBezTo>
                      <a:pt x="356605" y="316774"/>
                      <a:pt x="350890" y="322489"/>
                      <a:pt x="343270" y="326299"/>
                    </a:cubicBezTo>
                    <a:cubicBezTo>
                      <a:pt x="337555" y="330109"/>
                      <a:pt x="331840" y="333919"/>
                      <a:pt x="324220" y="332014"/>
                    </a:cubicBezTo>
                    <a:cubicBezTo>
                      <a:pt x="324220" y="339634"/>
                      <a:pt x="326125" y="345349"/>
                      <a:pt x="324220" y="351064"/>
                    </a:cubicBezTo>
                    <a:moveTo>
                      <a:pt x="133720" y="162469"/>
                    </a:moveTo>
                    <a:cubicBezTo>
                      <a:pt x="177535" y="158659"/>
                      <a:pt x="221350" y="126274"/>
                      <a:pt x="215635" y="82459"/>
                    </a:cubicBezTo>
                    <a:cubicBezTo>
                      <a:pt x="208015" y="36739"/>
                      <a:pt x="177535" y="-3266"/>
                      <a:pt x="133720" y="544"/>
                    </a:cubicBezTo>
                    <a:cubicBezTo>
                      <a:pt x="89905" y="6259"/>
                      <a:pt x="59425" y="36739"/>
                      <a:pt x="53710" y="82459"/>
                    </a:cubicBezTo>
                    <a:cubicBezTo>
                      <a:pt x="46090" y="126274"/>
                      <a:pt x="89905" y="168184"/>
                      <a:pt x="133720" y="162469"/>
                    </a:cubicBezTo>
                    <a:moveTo>
                      <a:pt x="152770" y="324394"/>
                    </a:moveTo>
                    <a:cubicBezTo>
                      <a:pt x="103240" y="311059"/>
                      <a:pt x="51805" y="324394"/>
                      <a:pt x="370" y="324394"/>
                    </a:cubicBezTo>
                    <a:cubicBezTo>
                      <a:pt x="7990" y="301534"/>
                      <a:pt x="4180" y="274864"/>
                      <a:pt x="19420" y="255814"/>
                    </a:cubicBezTo>
                    <a:cubicBezTo>
                      <a:pt x="34660" y="236764"/>
                      <a:pt x="51805" y="223429"/>
                      <a:pt x="68950" y="208189"/>
                    </a:cubicBezTo>
                    <a:cubicBezTo>
                      <a:pt x="88000" y="191044"/>
                      <a:pt x="114670" y="187234"/>
                      <a:pt x="137530" y="191044"/>
                    </a:cubicBezTo>
                    <a:cubicBezTo>
                      <a:pt x="162295" y="194854"/>
                      <a:pt x="185155" y="200569"/>
                      <a:pt x="206110" y="211999"/>
                    </a:cubicBezTo>
                    <a:moveTo>
                      <a:pt x="324220" y="398689"/>
                    </a:moveTo>
                    <a:cubicBezTo>
                      <a:pt x="322315" y="398689"/>
                      <a:pt x="320410" y="396784"/>
                      <a:pt x="320410" y="394879"/>
                    </a:cubicBezTo>
                    <a:cubicBezTo>
                      <a:pt x="318505" y="391069"/>
                      <a:pt x="322315" y="389164"/>
                      <a:pt x="324220" y="389164"/>
                    </a:cubicBezTo>
                    <a:moveTo>
                      <a:pt x="324220" y="398689"/>
                    </a:moveTo>
                    <a:cubicBezTo>
                      <a:pt x="326125" y="398689"/>
                      <a:pt x="328030" y="396784"/>
                      <a:pt x="329935" y="394879"/>
                    </a:cubicBezTo>
                    <a:cubicBezTo>
                      <a:pt x="329935" y="391069"/>
                      <a:pt x="326125" y="389164"/>
                      <a:pt x="324220" y="389164"/>
                    </a:cubicBezTo>
                    <a:moveTo>
                      <a:pt x="324220" y="438694"/>
                    </a:moveTo>
                    <a:cubicBezTo>
                      <a:pt x="387346" y="438694"/>
                      <a:pt x="438520" y="387520"/>
                      <a:pt x="438520" y="324394"/>
                    </a:cubicBezTo>
                    <a:cubicBezTo>
                      <a:pt x="438520" y="261268"/>
                      <a:pt x="387346" y="210094"/>
                      <a:pt x="324220" y="210094"/>
                    </a:cubicBezTo>
                    <a:cubicBezTo>
                      <a:pt x="261094" y="210094"/>
                      <a:pt x="209920" y="261268"/>
                      <a:pt x="209920" y="324394"/>
                    </a:cubicBezTo>
                    <a:cubicBezTo>
                      <a:pt x="209920" y="387520"/>
                      <a:pt x="261094" y="438694"/>
                      <a:pt x="324220" y="438694"/>
                    </a:cubicBezTo>
                    <a:close/>
                    <a:moveTo>
                      <a:pt x="288501" y="296619"/>
                    </a:moveTo>
                    <a:cubicBezTo>
                      <a:pt x="288501" y="289555"/>
                      <a:pt x="290597" y="282648"/>
                      <a:pt x="294521" y="276774"/>
                    </a:cubicBezTo>
                    <a:cubicBezTo>
                      <a:pt x="298445" y="270901"/>
                      <a:pt x="304025" y="266322"/>
                      <a:pt x="310552" y="263619"/>
                    </a:cubicBezTo>
                    <a:cubicBezTo>
                      <a:pt x="317078" y="260915"/>
                      <a:pt x="324260" y="260209"/>
                      <a:pt x="331189" y="261586"/>
                    </a:cubicBezTo>
                    <a:cubicBezTo>
                      <a:pt x="338117" y="262965"/>
                      <a:pt x="344482" y="266366"/>
                      <a:pt x="349477" y="271362"/>
                    </a:cubicBezTo>
                    <a:cubicBezTo>
                      <a:pt x="354471" y="276357"/>
                      <a:pt x="357874" y="282722"/>
                      <a:pt x="359253" y="289650"/>
                    </a:cubicBezTo>
                    <a:cubicBezTo>
                      <a:pt x="360630" y="296579"/>
                      <a:pt x="359924" y="303761"/>
                      <a:pt x="357220" y="310287"/>
                    </a:cubicBezTo>
                    <a:cubicBezTo>
                      <a:pt x="354517" y="316814"/>
                      <a:pt x="349938" y="322393"/>
                      <a:pt x="344064" y="326318"/>
                    </a:cubicBezTo>
                    <a:cubicBezTo>
                      <a:pt x="338191" y="330242"/>
                      <a:pt x="331284" y="332338"/>
                      <a:pt x="324220" y="332338"/>
                    </a:cubicBezTo>
                    <a:lnTo>
                      <a:pt x="324220" y="351388"/>
                    </a:lnTo>
                    <a:moveTo>
                      <a:pt x="133720" y="162469"/>
                    </a:moveTo>
                    <a:cubicBezTo>
                      <a:pt x="178434" y="162469"/>
                      <a:pt x="214683" y="126220"/>
                      <a:pt x="214683" y="81506"/>
                    </a:cubicBezTo>
                    <a:cubicBezTo>
                      <a:pt x="214683" y="36792"/>
                      <a:pt x="178434" y="544"/>
                      <a:pt x="133720" y="544"/>
                    </a:cubicBezTo>
                    <a:cubicBezTo>
                      <a:pt x="89006" y="544"/>
                      <a:pt x="52758" y="36792"/>
                      <a:pt x="52758" y="81506"/>
                    </a:cubicBezTo>
                    <a:cubicBezTo>
                      <a:pt x="52758" y="126220"/>
                      <a:pt x="89006" y="162469"/>
                      <a:pt x="133720" y="162469"/>
                    </a:cubicBezTo>
                    <a:close/>
                    <a:moveTo>
                      <a:pt x="152770" y="324394"/>
                    </a:moveTo>
                    <a:lnTo>
                      <a:pt x="370" y="324394"/>
                    </a:lnTo>
                    <a:cubicBezTo>
                      <a:pt x="369" y="300450"/>
                      <a:pt x="6815" y="276948"/>
                      <a:pt x="19030" y="256355"/>
                    </a:cubicBezTo>
                    <a:cubicBezTo>
                      <a:pt x="31246" y="235762"/>
                      <a:pt x="48782" y="218838"/>
                      <a:pt x="69795" y="207360"/>
                    </a:cubicBezTo>
                    <a:cubicBezTo>
                      <a:pt x="90808" y="195882"/>
                      <a:pt x="114524" y="190274"/>
                      <a:pt x="138453" y="191124"/>
                    </a:cubicBezTo>
                    <a:cubicBezTo>
                      <a:pt x="162382" y="191973"/>
                      <a:pt x="185641" y="199250"/>
                      <a:pt x="205786" y="212189"/>
                    </a:cubicBezTo>
                    <a:moveTo>
                      <a:pt x="324220" y="399013"/>
                    </a:moveTo>
                    <a:cubicBezTo>
                      <a:pt x="321589" y="399013"/>
                      <a:pt x="319458" y="396881"/>
                      <a:pt x="319458" y="394250"/>
                    </a:cubicBezTo>
                    <a:cubicBezTo>
                      <a:pt x="319458" y="391619"/>
                      <a:pt x="321589" y="389488"/>
                      <a:pt x="324220" y="389488"/>
                    </a:cubicBezTo>
                    <a:moveTo>
                      <a:pt x="324220" y="399013"/>
                    </a:moveTo>
                    <a:cubicBezTo>
                      <a:pt x="326851" y="399013"/>
                      <a:pt x="328983" y="396881"/>
                      <a:pt x="328983" y="394250"/>
                    </a:cubicBezTo>
                    <a:cubicBezTo>
                      <a:pt x="328983" y="391619"/>
                      <a:pt x="326851" y="389488"/>
                      <a:pt x="324220" y="389488"/>
                    </a:cubicBezTo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4AAB359-8427-BABA-46E4-A14F1877338F}"/>
                  </a:ext>
                </a:extLst>
              </p:cNvPr>
              <p:cNvSpPr/>
              <p:nvPr/>
            </p:nvSpPr>
            <p:spPr>
              <a:xfrm>
                <a:off x="7035636" y="6761070"/>
                <a:ext cx="372944" cy="269846"/>
              </a:xfrm>
              <a:custGeom>
                <a:avLst/>
                <a:gdLst>
                  <a:gd name="connsiteX0" fmla="*/ 2913 w 372944"/>
                  <a:gd name="connsiteY0" fmla="*/ 101411 h 269846"/>
                  <a:gd name="connsiteX1" fmla="*/ 78160 w 372944"/>
                  <a:gd name="connsiteY1" fmla="*/ 1399 h 269846"/>
                  <a:gd name="connsiteX2" fmla="*/ 153408 w 372944"/>
                  <a:gd name="connsiteY2" fmla="*/ 101411 h 269846"/>
                  <a:gd name="connsiteX3" fmla="*/ 153408 w 372944"/>
                  <a:gd name="connsiteY3" fmla="*/ 169039 h 269846"/>
                  <a:gd name="connsiteX4" fmla="*/ 78160 w 372944"/>
                  <a:gd name="connsiteY4" fmla="*/ 270004 h 269846"/>
                  <a:gd name="connsiteX5" fmla="*/ 2913 w 372944"/>
                  <a:gd name="connsiteY5" fmla="*/ 169039 h 269846"/>
                  <a:gd name="connsiteX6" fmla="*/ 2913 w 372944"/>
                  <a:gd name="connsiteY6" fmla="*/ 101411 h 269846"/>
                  <a:gd name="connsiteX7" fmla="*/ 209605 w 372944"/>
                  <a:gd name="connsiteY7" fmla="*/ 75694 h 269846"/>
                  <a:gd name="connsiteX8" fmla="*/ 281995 w 372944"/>
                  <a:gd name="connsiteY8" fmla="*/ 1399 h 269846"/>
                  <a:gd name="connsiteX9" fmla="*/ 329620 w 372944"/>
                  <a:gd name="connsiteY9" fmla="*/ 129034 h 269846"/>
                  <a:gd name="connsiteX10" fmla="*/ 214368 w 372944"/>
                  <a:gd name="connsiteY10" fmla="*/ 265241 h 269846"/>
                  <a:gd name="connsiteX11" fmla="*/ 373435 w 372944"/>
                  <a:gd name="connsiteY11" fmla="*/ 265241 h 269846"/>
                  <a:gd name="connsiteX12" fmla="*/ 2649 w 372944"/>
                  <a:gd name="connsiteY12" fmla="*/ 101206 h 269846"/>
                  <a:gd name="connsiteX13" fmla="*/ 78262 w 372944"/>
                  <a:gd name="connsiteY13" fmla="*/ 1353 h 269846"/>
                  <a:gd name="connsiteX14" fmla="*/ 153876 w 372944"/>
                  <a:gd name="connsiteY14" fmla="*/ 101206 h 269846"/>
                  <a:gd name="connsiteX15" fmla="*/ 153876 w 372944"/>
                  <a:gd name="connsiteY15" fmla="*/ 168779 h 269846"/>
                  <a:gd name="connsiteX16" fmla="*/ 78262 w 372944"/>
                  <a:gd name="connsiteY16" fmla="*/ 269828 h 269846"/>
                  <a:gd name="connsiteX17" fmla="*/ 2649 w 372944"/>
                  <a:gd name="connsiteY17" fmla="*/ 168779 h 269846"/>
                  <a:gd name="connsiteX18" fmla="*/ 2649 w 372944"/>
                  <a:gd name="connsiteY18" fmla="*/ 101206 h 269846"/>
                  <a:gd name="connsiteX19" fmla="*/ 209905 w 372944"/>
                  <a:gd name="connsiteY19" fmla="*/ 75840 h 269846"/>
                  <a:gd name="connsiteX20" fmla="*/ 282353 w 372944"/>
                  <a:gd name="connsiteY20" fmla="*/ 1354 h 269846"/>
                  <a:gd name="connsiteX21" fmla="*/ 329823 w 372944"/>
                  <a:gd name="connsiteY21" fmla="*/ 129018 h 269846"/>
                  <a:gd name="connsiteX22" fmla="*/ 214654 w 372944"/>
                  <a:gd name="connsiteY22" fmla="*/ 265408 h 269846"/>
                  <a:gd name="connsiteX23" fmla="*/ 372966 w 372944"/>
                  <a:gd name="connsiteY23" fmla="*/ 265408 h 269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72944" h="269846">
                    <a:moveTo>
                      <a:pt x="2913" y="101411"/>
                    </a:moveTo>
                    <a:cubicBezTo>
                      <a:pt x="19105" y="49024"/>
                      <a:pt x="28630" y="7114"/>
                      <a:pt x="78160" y="1399"/>
                    </a:cubicBezTo>
                    <a:cubicBezTo>
                      <a:pt x="127690" y="-4316"/>
                      <a:pt x="159123" y="47119"/>
                      <a:pt x="153408" y="101411"/>
                    </a:cubicBezTo>
                    <a:cubicBezTo>
                      <a:pt x="151503" y="123319"/>
                      <a:pt x="161028" y="147131"/>
                      <a:pt x="153408" y="169039"/>
                    </a:cubicBezTo>
                    <a:cubicBezTo>
                      <a:pt x="137215" y="220474"/>
                      <a:pt x="126738" y="271909"/>
                      <a:pt x="78160" y="270004"/>
                    </a:cubicBezTo>
                    <a:cubicBezTo>
                      <a:pt x="29583" y="268099"/>
                      <a:pt x="-4707" y="222379"/>
                      <a:pt x="2913" y="169039"/>
                    </a:cubicBezTo>
                    <a:cubicBezTo>
                      <a:pt x="5770" y="146179"/>
                      <a:pt x="-3755" y="123319"/>
                      <a:pt x="2913" y="101411"/>
                    </a:cubicBezTo>
                    <a:moveTo>
                      <a:pt x="209605" y="75694"/>
                    </a:moveTo>
                    <a:cubicBezTo>
                      <a:pt x="208653" y="31879"/>
                      <a:pt x="241038" y="-7174"/>
                      <a:pt x="281995" y="1399"/>
                    </a:cubicBezTo>
                    <a:cubicBezTo>
                      <a:pt x="350575" y="14734"/>
                      <a:pt x="383913" y="76646"/>
                      <a:pt x="329620" y="129034"/>
                    </a:cubicBezTo>
                    <a:cubicBezTo>
                      <a:pt x="286758" y="169991"/>
                      <a:pt x="252468" y="219521"/>
                      <a:pt x="214368" y="265241"/>
                    </a:cubicBezTo>
                    <a:cubicBezTo>
                      <a:pt x="266755" y="257621"/>
                      <a:pt x="321048" y="253811"/>
                      <a:pt x="373435" y="265241"/>
                    </a:cubicBezTo>
                    <a:moveTo>
                      <a:pt x="2649" y="101206"/>
                    </a:moveTo>
                    <a:cubicBezTo>
                      <a:pt x="2649" y="46944"/>
                      <a:pt x="28523" y="1353"/>
                      <a:pt x="78262" y="1353"/>
                    </a:cubicBezTo>
                    <a:cubicBezTo>
                      <a:pt x="128003" y="1353"/>
                      <a:pt x="153876" y="46944"/>
                      <a:pt x="153876" y="101206"/>
                    </a:cubicBezTo>
                    <a:lnTo>
                      <a:pt x="153876" y="168779"/>
                    </a:lnTo>
                    <a:cubicBezTo>
                      <a:pt x="153876" y="223041"/>
                      <a:pt x="126789" y="269828"/>
                      <a:pt x="78262" y="269828"/>
                    </a:cubicBezTo>
                    <a:cubicBezTo>
                      <a:pt x="29736" y="269828"/>
                      <a:pt x="2649" y="223041"/>
                      <a:pt x="2649" y="168779"/>
                    </a:cubicBezTo>
                    <a:lnTo>
                      <a:pt x="2649" y="101206"/>
                    </a:lnTo>
                    <a:close/>
                    <a:moveTo>
                      <a:pt x="209905" y="75840"/>
                    </a:moveTo>
                    <a:cubicBezTo>
                      <a:pt x="209905" y="31832"/>
                      <a:pt x="240618" y="1354"/>
                      <a:pt x="282353" y="1354"/>
                    </a:cubicBezTo>
                    <a:cubicBezTo>
                      <a:pt x="351591" y="1354"/>
                      <a:pt x="375206" y="68918"/>
                      <a:pt x="329823" y="129018"/>
                    </a:cubicBezTo>
                    <a:lnTo>
                      <a:pt x="214654" y="265408"/>
                    </a:lnTo>
                    <a:lnTo>
                      <a:pt x="372966" y="265408"/>
                    </a:lnTo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6E25D0F-13DA-9E16-5068-C952DF44EE88}"/>
                  </a:ext>
                </a:extLst>
              </p:cNvPr>
              <p:cNvSpPr/>
              <p:nvPr/>
            </p:nvSpPr>
            <p:spPr>
              <a:xfrm>
                <a:off x="4482918" y="6742321"/>
                <a:ext cx="428876" cy="425568"/>
              </a:xfrm>
              <a:custGeom>
                <a:avLst/>
                <a:gdLst>
                  <a:gd name="connsiteX0" fmla="*/ 98335 w 428876"/>
                  <a:gd name="connsiteY0" fmla="*/ 425783 h 425568"/>
                  <a:gd name="connsiteX1" fmla="*/ 199572 w 428876"/>
                  <a:gd name="connsiteY1" fmla="*/ 187385 h 425568"/>
                  <a:gd name="connsiteX2" fmla="*/ 212635 w 428876"/>
                  <a:gd name="connsiteY2" fmla="*/ 177589 h 425568"/>
                  <a:gd name="connsiteX3" fmla="*/ 225697 w 428876"/>
                  <a:gd name="connsiteY3" fmla="*/ 187385 h 425568"/>
                  <a:gd name="connsiteX4" fmla="*/ 326935 w 428876"/>
                  <a:gd name="connsiteY4" fmla="*/ 425783 h 425568"/>
                  <a:gd name="connsiteX5" fmla="*/ 144055 w 428876"/>
                  <a:gd name="connsiteY5" fmla="*/ 318014 h 425568"/>
                  <a:gd name="connsiteX6" fmla="*/ 281215 w 428876"/>
                  <a:gd name="connsiteY6" fmla="*/ 318014 h 425568"/>
                  <a:gd name="connsiteX7" fmla="*/ 363 w 428876"/>
                  <a:gd name="connsiteY7" fmla="*/ 115540 h 425568"/>
                  <a:gd name="connsiteX8" fmla="*/ 114663 w 428876"/>
                  <a:gd name="connsiteY8" fmla="*/ 1240 h 425568"/>
                  <a:gd name="connsiteX9" fmla="*/ 363 w 428876"/>
                  <a:gd name="connsiteY9" fmla="*/ 115540 h 425568"/>
                  <a:gd name="connsiteX10" fmla="*/ 114663 w 428876"/>
                  <a:gd name="connsiteY10" fmla="*/ 1240 h 425568"/>
                  <a:gd name="connsiteX11" fmla="*/ 82006 w 428876"/>
                  <a:gd name="connsiteY11" fmla="*/ 115540 h 425568"/>
                  <a:gd name="connsiteX12" fmla="*/ 114663 w 428876"/>
                  <a:gd name="connsiteY12" fmla="*/ 82883 h 425568"/>
                  <a:gd name="connsiteX13" fmla="*/ 82006 w 428876"/>
                  <a:gd name="connsiteY13" fmla="*/ 115540 h 425568"/>
                  <a:gd name="connsiteX14" fmla="*/ 114663 w 428876"/>
                  <a:gd name="connsiteY14" fmla="*/ 82883 h 425568"/>
                  <a:gd name="connsiteX15" fmla="*/ 310606 w 428876"/>
                  <a:gd name="connsiteY15" fmla="*/ 1240 h 425568"/>
                  <a:gd name="connsiteX16" fmla="*/ 424906 w 428876"/>
                  <a:gd name="connsiteY16" fmla="*/ 115540 h 425568"/>
                  <a:gd name="connsiteX17" fmla="*/ 310606 w 428876"/>
                  <a:gd name="connsiteY17" fmla="*/ 1240 h 425568"/>
                  <a:gd name="connsiteX18" fmla="*/ 424906 w 428876"/>
                  <a:gd name="connsiteY18" fmla="*/ 115540 h 425568"/>
                  <a:gd name="connsiteX19" fmla="*/ 310606 w 428876"/>
                  <a:gd name="connsiteY19" fmla="*/ 82883 h 425568"/>
                  <a:gd name="connsiteX20" fmla="*/ 343263 w 428876"/>
                  <a:gd name="connsiteY20" fmla="*/ 115540 h 425568"/>
                  <a:gd name="connsiteX21" fmla="*/ 310606 w 428876"/>
                  <a:gd name="connsiteY21" fmla="*/ 82883 h 425568"/>
                  <a:gd name="connsiteX22" fmla="*/ 343263 w 428876"/>
                  <a:gd name="connsiteY22" fmla="*/ 115540 h 425568"/>
                  <a:gd name="connsiteX23" fmla="*/ 98335 w 428876"/>
                  <a:gd name="connsiteY23" fmla="*/ 425783 h 425568"/>
                  <a:gd name="connsiteX24" fmla="*/ 200878 w 428876"/>
                  <a:gd name="connsiteY24" fmla="*/ 186406 h 425568"/>
                  <a:gd name="connsiteX25" fmla="*/ 212635 w 428876"/>
                  <a:gd name="connsiteY25" fmla="*/ 178568 h 425568"/>
                  <a:gd name="connsiteX26" fmla="*/ 224391 w 428876"/>
                  <a:gd name="connsiteY26" fmla="*/ 186406 h 425568"/>
                  <a:gd name="connsiteX27" fmla="*/ 326935 w 428876"/>
                  <a:gd name="connsiteY27" fmla="*/ 425783 h 425568"/>
                  <a:gd name="connsiteX28" fmla="*/ 144381 w 428876"/>
                  <a:gd name="connsiteY28" fmla="*/ 318341 h 425568"/>
                  <a:gd name="connsiteX29" fmla="*/ 280888 w 428876"/>
                  <a:gd name="connsiteY29" fmla="*/ 318341 h 425568"/>
                  <a:gd name="connsiteX30" fmla="*/ 363 w 428876"/>
                  <a:gd name="connsiteY30" fmla="*/ 115540 h 425568"/>
                  <a:gd name="connsiteX31" fmla="*/ 114663 w 428876"/>
                  <a:gd name="connsiteY31" fmla="*/ 1240 h 425568"/>
                  <a:gd name="connsiteX32" fmla="*/ 363 w 428876"/>
                  <a:gd name="connsiteY32" fmla="*/ 115540 h 425568"/>
                  <a:gd name="connsiteX33" fmla="*/ 114663 w 428876"/>
                  <a:gd name="connsiteY33" fmla="*/ 1240 h 425568"/>
                  <a:gd name="connsiteX34" fmla="*/ 82006 w 428876"/>
                  <a:gd name="connsiteY34" fmla="*/ 115540 h 425568"/>
                  <a:gd name="connsiteX35" fmla="*/ 114663 w 428876"/>
                  <a:gd name="connsiteY35" fmla="*/ 82883 h 425568"/>
                  <a:gd name="connsiteX36" fmla="*/ 82006 w 428876"/>
                  <a:gd name="connsiteY36" fmla="*/ 115540 h 425568"/>
                  <a:gd name="connsiteX37" fmla="*/ 114663 w 428876"/>
                  <a:gd name="connsiteY37" fmla="*/ 82883 h 425568"/>
                  <a:gd name="connsiteX38" fmla="*/ 310606 w 428876"/>
                  <a:gd name="connsiteY38" fmla="*/ 1240 h 425568"/>
                  <a:gd name="connsiteX39" fmla="*/ 424906 w 428876"/>
                  <a:gd name="connsiteY39" fmla="*/ 115540 h 425568"/>
                  <a:gd name="connsiteX40" fmla="*/ 310606 w 428876"/>
                  <a:gd name="connsiteY40" fmla="*/ 1240 h 425568"/>
                  <a:gd name="connsiteX41" fmla="*/ 424906 w 428876"/>
                  <a:gd name="connsiteY41" fmla="*/ 115540 h 425568"/>
                  <a:gd name="connsiteX42" fmla="*/ 310606 w 428876"/>
                  <a:gd name="connsiteY42" fmla="*/ 82883 h 425568"/>
                  <a:gd name="connsiteX43" fmla="*/ 343263 w 428876"/>
                  <a:gd name="connsiteY43" fmla="*/ 115540 h 425568"/>
                  <a:gd name="connsiteX44" fmla="*/ 310606 w 428876"/>
                  <a:gd name="connsiteY44" fmla="*/ 82883 h 425568"/>
                  <a:gd name="connsiteX45" fmla="*/ 343263 w 428876"/>
                  <a:gd name="connsiteY45" fmla="*/ 115540 h 42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28876" h="425568">
                    <a:moveTo>
                      <a:pt x="98335" y="425783"/>
                    </a:moveTo>
                    <a:cubicBezTo>
                      <a:pt x="137523" y="347405"/>
                      <a:pt x="140788" y="249434"/>
                      <a:pt x="199572" y="187385"/>
                    </a:cubicBezTo>
                    <a:cubicBezTo>
                      <a:pt x="206103" y="184120"/>
                      <a:pt x="206103" y="177589"/>
                      <a:pt x="212635" y="177589"/>
                    </a:cubicBezTo>
                    <a:cubicBezTo>
                      <a:pt x="219166" y="180854"/>
                      <a:pt x="222432" y="180854"/>
                      <a:pt x="225697" y="187385"/>
                    </a:cubicBezTo>
                    <a:cubicBezTo>
                      <a:pt x="235495" y="272294"/>
                      <a:pt x="287746" y="347405"/>
                      <a:pt x="326935" y="425783"/>
                    </a:cubicBezTo>
                    <a:moveTo>
                      <a:pt x="144055" y="318014"/>
                    </a:moveTo>
                    <a:cubicBezTo>
                      <a:pt x="186508" y="334343"/>
                      <a:pt x="238761" y="301685"/>
                      <a:pt x="281215" y="318014"/>
                    </a:cubicBezTo>
                    <a:moveTo>
                      <a:pt x="363" y="115540"/>
                    </a:moveTo>
                    <a:cubicBezTo>
                      <a:pt x="10161" y="53491"/>
                      <a:pt x="52615" y="11037"/>
                      <a:pt x="114663" y="1240"/>
                    </a:cubicBezTo>
                    <a:moveTo>
                      <a:pt x="363" y="115540"/>
                    </a:moveTo>
                    <a:cubicBezTo>
                      <a:pt x="-2903" y="53491"/>
                      <a:pt x="52615" y="-5291"/>
                      <a:pt x="114663" y="1240"/>
                    </a:cubicBezTo>
                    <a:moveTo>
                      <a:pt x="82006" y="115540"/>
                    </a:moveTo>
                    <a:cubicBezTo>
                      <a:pt x="82006" y="99211"/>
                      <a:pt x="98335" y="79617"/>
                      <a:pt x="114663" y="82883"/>
                    </a:cubicBezTo>
                    <a:moveTo>
                      <a:pt x="82006" y="115540"/>
                    </a:moveTo>
                    <a:cubicBezTo>
                      <a:pt x="88537" y="99211"/>
                      <a:pt x="98335" y="86149"/>
                      <a:pt x="114663" y="82883"/>
                    </a:cubicBezTo>
                    <a:moveTo>
                      <a:pt x="310606" y="1240"/>
                    </a:moveTo>
                    <a:cubicBezTo>
                      <a:pt x="372655" y="-8557"/>
                      <a:pt x="428172" y="53491"/>
                      <a:pt x="424906" y="115540"/>
                    </a:cubicBezTo>
                    <a:moveTo>
                      <a:pt x="310606" y="1240"/>
                    </a:moveTo>
                    <a:cubicBezTo>
                      <a:pt x="372655" y="1240"/>
                      <a:pt x="447766" y="56757"/>
                      <a:pt x="424906" y="115540"/>
                    </a:cubicBezTo>
                    <a:moveTo>
                      <a:pt x="310606" y="82883"/>
                    </a:moveTo>
                    <a:cubicBezTo>
                      <a:pt x="330201" y="79617"/>
                      <a:pt x="346528" y="99211"/>
                      <a:pt x="343263" y="115540"/>
                    </a:cubicBezTo>
                    <a:moveTo>
                      <a:pt x="310606" y="82883"/>
                    </a:moveTo>
                    <a:cubicBezTo>
                      <a:pt x="330201" y="82883"/>
                      <a:pt x="346528" y="99211"/>
                      <a:pt x="343263" y="115540"/>
                    </a:cubicBezTo>
                    <a:moveTo>
                      <a:pt x="98335" y="425783"/>
                    </a:moveTo>
                    <a:lnTo>
                      <a:pt x="200878" y="186406"/>
                    </a:lnTo>
                    <a:cubicBezTo>
                      <a:pt x="202855" y="181660"/>
                      <a:pt x="207493" y="178568"/>
                      <a:pt x="212635" y="178568"/>
                    </a:cubicBezTo>
                    <a:cubicBezTo>
                      <a:pt x="217776" y="178568"/>
                      <a:pt x="222414" y="181660"/>
                      <a:pt x="224391" y="186406"/>
                    </a:cubicBezTo>
                    <a:lnTo>
                      <a:pt x="326935" y="425783"/>
                    </a:lnTo>
                    <a:moveTo>
                      <a:pt x="144381" y="318341"/>
                    </a:moveTo>
                    <a:lnTo>
                      <a:pt x="280888" y="318341"/>
                    </a:lnTo>
                    <a:moveTo>
                      <a:pt x="363" y="115540"/>
                    </a:moveTo>
                    <a:cubicBezTo>
                      <a:pt x="363" y="52414"/>
                      <a:pt x="51537" y="1240"/>
                      <a:pt x="114663" y="1240"/>
                    </a:cubicBezTo>
                    <a:moveTo>
                      <a:pt x="363" y="115540"/>
                    </a:moveTo>
                    <a:cubicBezTo>
                      <a:pt x="363" y="52414"/>
                      <a:pt x="51537" y="1240"/>
                      <a:pt x="114663" y="1240"/>
                    </a:cubicBezTo>
                    <a:moveTo>
                      <a:pt x="82006" y="115540"/>
                    </a:moveTo>
                    <a:cubicBezTo>
                      <a:pt x="82006" y="97504"/>
                      <a:pt x="96627" y="82883"/>
                      <a:pt x="114663" y="82883"/>
                    </a:cubicBezTo>
                    <a:moveTo>
                      <a:pt x="82006" y="115540"/>
                    </a:moveTo>
                    <a:cubicBezTo>
                      <a:pt x="82006" y="97504"/>
                      <a:pt x="96627" y="82883"/>
                      <a:pt x="114663" y="82883"/>
                    </a:cubicBezTo>
                    <a:moveTo>
                      <a:pt x="310606" y="1240"/>
                    </a:moveTo>
                    <a:cubicBezTo>
                      <a:pt x="373732" y="1240"/>
                      <a:pt x="424906" y="52414"/>
                      <a:pt x="424906" y="115540"/>
                    </a:cubicBezTo>
                    <a:moveTo>
                      <a:pt x="310606" y="1240"/>
                    </a:moveTo>
                    <a:cubicBezTo>
                      <a:pt x="373732" y="1240"/>
                      <a:pt x="424906" y="52414"/>
                      <a:pt x="424906" y="115540"/>
                    </a:cubicBezTo>
                    <a:moveTo>
                      <a:pt x="310606" y="82883"/>
                    </a:moveTo>
                    <a:cubicBezTo>
                      <a:pt x="328642" y="82883"/>
                      <a:pt x="343263" y="97504"/>
                      <a:pt x="343263" y="115540"/>
                    </a:cubicBezTo>
                    <a:moveTo>
                      <a:pt x="310606" y="82883"/>
                    </a:moveTo>
                    <a:cubicBezTo>
                      <a:pt x="328642" y="82883"/>
                      <a:pt x="343263" y="97504"/>
                      <a:pt x="343263" y="115540"/>
                    </a:cubicBezTo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89ECF5F-459B-68F6-C291-7CAD016361BF}"/>
                  </a:ext>
                </a:extLst>
              </p:cNvPr>
              <p:cNvSpPr/>
              <p:nvPr/>
            </p:nvSpPr>
            <p:spPr>
              <a:xfrm>
                <a:off x="7037210" y="7562243"/>
                <a:ext cx="363285" cy="268841"/>
              </a:xfrm>
              <a:custGeom>
                <a:avLst/>
                <a:gdLst>
                  <a:gd name="connsiteX0" fmla="*/ 1339 w 363285"/>
                  <a:gd name="connsiteY0" fmla="*/ 100422 h 268841"/>
                  <a:gd name="connsiteX1" fmla="*/ 76587 w 363285"/>
                  <a:gd name="connsiteY1" fmla="*/ 410 h 268841"/>
                  <a:gd name="connsiteX2" fmla="*/ 151834 w 363285"/>
                  <a:gd name="connsiteY2" fmla="*/ 100422 h 268841"/>
                  <a:gd name="connsiteX3" fmla="*/ 151834 w 363285"/>
                  <a:gd name="connsiteY3" fmla="*/ 168050 h 268841"/>
                  <a:gd name="connsiteX4" fmla="*/ 76587 w 363285"/>
                  <a:gd name="connsiteY4" fmla="*/ 269015 h 268841"/>
                  <a:gd name="connsiteX5" fmla="*/ 1339 w 363285"/>
                  <a:gd name="connsiteY5" fmla="*/ 168050 h 268841"/>
                  <a:gd name="connsiteX6" fmla="*/ 1339 w 363285"/>
                  <a:gd name="connsiteY6" fmla="*/ 100422 h 268841"/>
                  <a:gd name="connsiteX7" fmla="*/ 210889 w 363285"/>
                  <a:gd name="connsiteY7" fmla="*/ 70895 h 268841"/>
                  <a:gd name="connsiteX8" fmla="*/ 287089 w 363285"/>
                  <a:gd name="connsiteY8" fmla="*/ 410 h 268841"/>
                  <a:gd name="connsiteX9" fmla="*/ 356622 w 363285"/>
                  <a:gd name="connsiteY9" fmla="*/ 73752 h 268841"/>
                  <a:gd name="connsiteX10" fmla="*/ 259467 w 363285"/>
                  <a:gd name="connsiteY10" fmla="*/ 131855 h 268841"/>
                  <a:gd name="connsiteX11" fmla="*/ 363289 w 363285"/>
                  <a:gd name="connsiteY11" fmla="*/ 204245 h 268841"/>
                  <a:gd name="connsiteX12" fmla="*/ 286137 w 363285"/>
                  <a:gd name="connsiteY12" fmla="*/ 269015 h 268841"/>
                  <a:gd name="connsiteX13" fmla="*/ 206127 w 363285"/>
                  <a:gd name="connsiteY13" fmla="*/ 195672 h 268841"/>
                  <a:gd name="connsiteX14" fmla="*/ 1075 w 363285"/>
                  <a:gd name="connsiteY14" fmla="*/ 100218 h 268841"/>
                  <a:gd name="connsiteX15" fmla="*/ 76689 w 363285"/>
                  <a:gd name="connsiteY15" fmla="*/ 364 h 268841"/>
                  <a:gd name="connsiteX16" fmla="*/ 152303 w 363285"/>
                  <a:gd name="connsiteY16" fmla="*/ 100218 h 268841"/>
                  <a:gd name="connsiteX17" fmla="*/ 152303 w 363285"/>
                  <a:gd name="connsiteY17" fmla="*/ 167790 h 268841"/>
                  <a:gd name="connsiteX18" fmla="*/ 76689 w 363285"/>
                  <a:gd name="connsiteY18" fmla="*/ 268840 h 268841"/>
                  <a:gd name="connsiteX19" fmla="*/ 1075 w 363285"/>
                  <a:gd name="connsiteY19" fmla="*/ 167790 h 268841"/>
                  <a:gd name="connsiteX20" fmla="*/ 1075 w 363285"/>
                  <a:gd name="connsiteY20" fmla="*/ 100218 h 268841"/>
                  <a:gd name="connsiteX21" fmla="*/ 211091 w 363285"/>
                  <a:gd name="connsiteY21" fmla="*/ 70591 h 268841"/>
                  <a:gd name="connsiteX22" fmla="*/ 286759 w 363285"/>
                  <a:gd name="connsiteY22" fmla="*/ 504 h 268841"/>
                  <a:gd name="connsiteX23" fmla="*/ 356890 w 363285"/>
                  <a:gd name="connsiteY23" fmla="*/ 73343 h 268841"/>
                  <a:gd name="connsiteX24" fmla="*/ 259473 w 363285"/>
                  <a:gd name="connsiteY24" fmla="*/ 131930 h 268841"/>
                  <a:gd name="connsiteX25" fmla="*/ 363532 w 363285"/>
                  <a:gd name="connsiteY25" fmla="*/ 204478 h 268841"/>
                  <a:gd name="connsiteX26" fmla="*/ 286062 w 363285"/>
                  <a:gd name="connsiteY26" fmla="*/ 268918 h 268841"/>
                  <a:gd name="connsiteX27" fmla="*/ 206313 w 363285"/>
                  <a:gd name="connsiteY27" fmla="*/ 195312 h 268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3285" h="268841">
                    <a:moveTo>
                      <a:pt x="1339" y="100422"/>
                    </a:moveTo>
                    <a:cubicBezTo>
                      <a:pt x="10864" y="47082"/>
                      <a:pt x="27057" y="-2448"/>
                      <a:pt x="76587" y="410"/>
                    </a:cubicBezTo>
                    <a:cubicBezTo>
                      <a:pt x="126117" y="3267"/>
                      <a:pt x="147072" y="46130"/>
                      <a:pt x="151834" y="100422"/>
                    </a:cubicBezTo>
                    <a:cubicBezTo>
                      <a:pt x="154692" y="122330"/>
                      <a:pt x="150882" y="145190"/>
                      <a:pt x="151834" y="168050"/>
                    </a:cubicBezTo>
                    <a:cubicBezTo>
                      <a:pt x="155644" y="222342"/>
                      <a:pt x="125164" y="269015"/>
                      <a:pt x="76587" y="269015"/>
                    </a:cubicBezTo>
                    <a:cubicBezTo>
                      <a:pt x="28009" y="269015"/>
                      <a:pt x="-5328" y="221390"/>
                      <a:pt x="1339" y="168050"/>
                    </a:cubicBezTo>
                    <a:cubicBezTo>
                      <a:pt x="4197" y="145190"/>
                      <a:pt x="3244" y="122330"/>
                      <a:pt x="1339" y="100422"/>
                    </a:cubicBezTo>
                    <a:moveTo>
                      <a:pt x="210889" y="70895"/>
                    </a:moveTo>
                    <a:cubicBezTo>
                      <a:pt x="204222" y="48987"/>
                      <a:pt x="224224" y="2315"/>
                      <a:pt x="287089" y="410"/>
                    </a:cubicBezTo>
                    <a:cubicBezTo>
                      <a:pt x="349002" y="-1495"/>
                      <a:pt x="363289" y="48035"/>
                      <a:pt x="356622" y="73752"/>
                    </a:cubicBezTo>
                    <a:cubicBezTo>
                      <a:pt x="349954" y="101375"/>
                      <a:pt x="336619" y="126140"/>
                      <a:pt x="259467" y="131855"/>
                    </a:cubicBezTo>
                    <a:cubicBezTo>
                      <a:pt x="330904" y="133760"/>
                      <a:pt x="357574" y="151857"/>
                      <a:pt x="363289" y="204245"/>
                    </a:cubicBezTo>
                    <a:cubicBezTo>
                      <a:pt x="369004" y="249965"/>
                      <a:pt x="323284" y="270920"/>
                      <a:pt x="286137" y="269015"/>
                    </a:cubicBezTo>
                    <a:cubicBezTo>
                      <a:pt x="259467" y="266157"/>
                      <a:pt x="219462" y="251870"/>
                      <a:pt x="206127" y="195672"/>
                    </a:cubicBezTo>
                    <a:moveTo>
                      <a:pt x="1075" y="100218"/>
                    </a:moveTo>
                    <a:cubicBezTo>
                      <a:pt x="1075" y="45956"/>
                      <a:pt x="26949" y="364"/>
                      <a:pt x="76689" y="364"/>
                    </a:cubicBezTo>
                    <a:cubicBezTo>
                      <a:pt x="126429" y="364"/>
                      <a:pt x="152303" y="45956"/>
                      <a:pt x="152303" y="100218"/>
                    </a:cubicBezTo>
                    <a:lnTo>
                      <a:pt x="152303" y="167790"/>
                    </a:lnTo>
                    <a:cubicBezTo>
                      <a:pt x="152303" y="222052"/>
                      <a:pt x="125216" y="268840"/>
                      <a:pt x="76689" y="268840"/>
                    </a:cubicBezTo>
                    <a:cubicBezTo>
                      <a:pt x="28163" y="268840"/>
                      <a:pt x="1075" y="222052"/>
                      <a:pt x="1075" y="167790"/>
                    </a:cubicBezTo>
                    <a:lnTo>
                      <a:pt x="1075" y="100218"/>
                    </a:lnTo>
                    <a:close/>
                    <a:moveTo>
                      <a:pt x="211091" y="70591"/>
                    </a:moveTo>
                    <a:cubicBezTo>
                      <a:pt x="209957" y="47646"/>
                      <a:pt x="224059" y="504"/>
                      <a:pt x="286759" y="504"/>
                    </a:cubicBezTo>
                    <a:cubicBezTo>
                      <a:pt x="349459" y="504"/>
                      <a:pt x="359063" y="47058"/>
                      <a:pt x="356890" y="73343"/>
                    </a:cubicBezTo>
                    <a:cubicBezTo>
                      <a:pt x="354495" y="102326"/>
                      <a:pt x="336351" y="131930"/>
                      <a:pt x="259473" y="131930"/>
                    </a:cubicBezTo>
                    <a:cubicBezTo>
                      <a:pt x="331034" y="131930"/>
                      <a:pt x="363532" y="151495"/>
                      <a:pt x="363532" y="204478"/>
                    </a:cubicBezTo>
                    <a:cubicBezTo>
                      <a:pt x="363532" y="250277"/>
                      <a:pt x="323051" y="268918"/>
                      <a:pt x="286062" y="268918"/>
                    </a:cubicBezTo>
                    <a:cubicBezTo>
                      <a:pt x="259480" y="268691"/>
                      <a:pt x="206313" y="253652"/>
                      <a:pt x="206313" y="195312"/>
                    </a:cubicBezTo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7FAA1396-B550-0ED9-CAB4-0D465BBD72A3}"/>
                  </a:ext>
                </a:extLst>
              </p:cNvPr>
              <p:cNvSpPr/>
              <p:nvPr/>
            </p:nvSpPr>
            <p:spPr>
              <a:xfrm>
                <a:off x="4745207" y="8050610"/>
                <a:ext cx="456705" cy="443377"/>
              </a:xfrm>
              <a:custGeom>
                <a:avLst/>
                <a:gdLst>
                  <a:gd name="connsiteX0" fmla="*/ 207551 w 456705"/>
                  <a:gd name="connsiteY0" fmla="*/ 438885 h 443377"/>
                  <a:gd name="connsiteX1" fmla="*/ 36101 w 456705"/>
                  <a:gd name="connsiteY1" fmla="*/ 438885 h 443377"/>
                  <a:gd name="connsiteX2" fmla="*/ 17051 w 456705"/>
                  <a:gd name="connsiteY2" fmla="*/ 419835 h 443377"/>
                  <a:gd name="connsiteX3" fmla="*/ 17051 w 456705"/>
                  <a:gd name="connsiteY3" fmla="*/ 19785 h 443377"/>
                  <a:gd name="connsiteX4" fmla="*/ 36101 w 456705"/>
                  <a:gd name="connsiteY4" fmla="*/ 735 h 443377"/>
                  <a:gd name="connsiteX5" fmla="*/ 289466 w 456705"/>
                  <a:gd name="connsiteY5" fmla="*/ 735 h 443377"/>
                  <a:gd name="connsiteX6" fmla="*/ 302801 w 456705"/>
                  <a:gd name="connsiteY6" fmla="*/ 6450 h 443377"/>
                  <a:gd name="connsiteX7" fmla="*/ 373286 w 456705"/>
                  <a:gd name="connsiteY7" fmla="*/ 76935 h 443377"/>
                  <a:gd name="connsiteX8" fmla="*/ 379001 w 456705"/>
                  <a:gd name="connsiteY8" fmla="*/ 90270 h 443377"/>
                  <a:gd name="connsiteX9" fmla="*/ 379001 w 456705"/>
                  <a:gd name="connsiteY9" fmla="*/ 153135 h 443377"/>
                  <a:gd name="connsiteX10" fmla="*/ 177071 w 456705"/>
                  <a:gd name="connsiteY10" fmla="*/ 286485 h 443377"/>
                  <a:gd name="connsiteX11" fmla="*/ 93251 w 456705"/>
                  <a:gd name="connsiteY11" fmla="*/ 195045 h 443377"/>
                  <a:gd name="connsiteX12" fmla="*/ 169451 w 456705"/>
                  <a:gd name="connsiteY12" fmla="*/ 97890 h 443377"/>
                  <a:gd name="connsiteX13" fmla="*/ 278036 w 456705"/>
                  <a:gd name="connsiteY13" fmla="*/ 158850 h 443377"/>
                  <a:gd name="connsiteX14" fmla="*/ 188501 w 456705"/>
                  <a:gd name="connsiteY14" fmla="*/ 134085 h 443377"/>
                  <a:gd name="connsiteX15" fmla="*/ 188501 w 456705"/>
                  <a:gd name="connsiteY15" fmla="*/ 191235 h 443377"/>
                  <a:gd name="connsiteX16" fmla="*/ 226601 w 456705"/>
                  <a:gd name="connsiteY16" fmla="*/ 191235 h 443377"/>
                  <a:gd name="connsiteX17" fmla="*/ 226601 w 456705"/>
                  <a:gd name="connsiteY17" fmla="*/ 324585 h 443377"/>
                  <a:gd name="connsiteX18" fmla="*/ 340901 w 456705"/>
                  <a:gd name="connsiteY18" fmla="*/ 438885 h 443377"/>
                  <a:gd name="connsiteX19" fmla="*/ 455201 w 456705"/>
                  <a:gd name="connsiteY19" fmla="*/ 324585 h 443377"/>
                  <a:gd name="connsiteX20" fmla="*/ 340901 w 456705"/>
                  <a:gd name="connsiteY20" fmla="*/ 210285 h 443377"/>
                  <a:gd name="connsiteX21" fmla="*/ 226601 w 456705"/>
                  <a:gd name="connsiteY21" fmla="*/ 324585 h 443377"/>
                  <a:gd name="connsiteX22" fmla="*/ 340901 w 456705"/>
                  <a:gd name="connsiteY22" fmla="*/ 381735 h 443377"/>
                  <a:gd name="connsiteX23" fmla="*/ 340901 w 456705"/>
                  <a:gd name="connsiteY23" fmla="*/ 267435 h 443377"/>
                  <a:gd name="connsiteX24" fmla="*/ 340901 w 456705"/>
                  <a:gd name="connsiteY24" fmla="*/ 267435 h 443377"/>
                  <a:gd name="connsiteX25" fmla="*/ 298991 w 456705"/>
                  <a:gd name="connsiteY25" fmla="*/ 311250 h 443377"/>
                  <a:gd name="connsiteX26" fmla="*/ 340901 w 456705"/>
                  <a:gd name="connsiteY26" fmla="*/ 267435 h 443377"/>
                  <a:gd name="connsiteX27" fmla="*/ 384716 w 456705"/>
                  <a:gd name="connsiteY27" fmla="*/ 311250 h 443377"/>
                  <a:gd name="connsiteX28" fmla="*/ 207551 w 456705"/>
                  <a:gd name="connsiteY28" fmla="*/ 438885 h 443377"/>
                  <a:gd name="connsiteX29" fmla="*/ 36101 w 456705"/>
                  <a:gd name="connsiteY29" fmla="*/ 438885 h 443377"/>
                  <a:gd name="connsiteX30" fmla="*/ 17051 w 456705"/>
                  <a:gd name="connsiteY30" fmla="*/ 419835 h 443377"/>
                  <a:gd name="connsiteX31" fmla="*/ 17051 w 456705"/>
                  <a:gd name="connsiteY31" fmla="*/ 19785 h 443377"/>
                  <a:gd name="connsiteX32" fmla="*/ 36101 w 456705"/>
                  <a:gd name="connsiteY32" fmla="*/ 735 h 443377"/>
                  <a:gd name="connsiteX33" fmla="*/ 289333 w 456705"/>
                  <a:gd name="connsiteY33" fmla="*/ 735 h 443377"/>
                  <a:gd name="connsiteX34" fmla="*/ 302801 w 456705"/>
                  <a:gd name="connsiteY34" fmla="*/ 6336 h 443377"/>
                  <a:gd name="connsiteX35" fmla="*/ 373420 w 456705"/>
                  <a:gd name="connsiteY35" fmla="*/ 76935 h 443377"/>
                  <a:gd name="connsiteX36" fmla="*/ 379001 w 456705"/>
                  <a:gd name="connsiteY36" fmla="*/ 90404 h 443377"/>
                  <a:gd name="connsiteX37" fmla="*/ 379001 w 456705"/>
                  <a:gd name="connsiteY37" fmla="*/ 153135 h 443377"/>
                  <a:gd name="connsiteX38" fmla="*/ 177795 w 456705"/>
                  <a:gd name="connsiteY38" fmla="*/ 285914 h 443377"/>
                  <a:gd name="connsiteX39" fmla="*/ 93354 w 456705"/>
                  <a:gd name="connsiteY39" fmla="*/ 195031 h 443377"/>
                  <a:gd name="connsiteX40" fmla="*/ 170363 w 456705"/>
                  <a:gd name="connsiteY40" fmla="*/ 97769 h 443377"/>
                  <a:gd name="connsiteX41" fmla="*/ 278189 w 456705"/>
                  <a:gd name="connsiteY41" fmla="*/ 159117 h 443377"/>
                  <a:gd name="connsiteX42" fmla="*/ 188501 w 456705"/>
                  <a:gd name="connsiteY42" fmla="*/ 134104 h 443377"/>
                  <a:gd name="connsiteX43" fmla="*/ 188501 w 456705"/>
                  <a:gd name="connsiteY43" fmla="*/ 191254 h 443377"/>
                  <a:gd name="connsiteX44" fmla="*/ 226601 w 456705"/>
                  <a:gd name="connsiteY44" fmla="*/ 191254 h 443377"/>
                  <a:gd name="connsiteX45" fmla="*/ 226601 w 456705"/>
                  <a:gd name="connsiteY45" fmla="*/ 324604 h 443377"/>
                  <a:gd name="connsiteX46" fmla="*/ 340901 w 456705"/>
                  <a:gd name="connsiteY46" fmla="*/ 438904 h 443377"/>
                  <a:gd name="connsiteX47" fmla="*/ 455201 w 456705"/>
                  <a:gd name="connsiteY47" fmla="*/ 324604 h 443377"/>
                  <a:gd name="connsiteX48" fmla="*/ 340901 w 456705"/>
                  <a:gd name="connsiteY48" fmla="*/ 210304 h 443377"/>
                  <a:gd name="connsiteX49" fmla="*/ 226601 w 456705"/>
                  <a:gd name="connsiteY49" fmla="*/ 324604 h 443377"/>
                  <a:gd name="connsiteX50" fmla="*/ 340901 w 456705"/>
                  <a:gd name="connsiteY50" fmla="*/ 381754 h 443377"/>
                  <a:gd name="connsiteX51" fmla="*/ 340901 w 456705"/>
                  <a:gd name="connsiteY51" fmla="*/ 267454 h 443377"/>
                  <a:gd name="connsiteX52" fmla="*/ 340901 w 456705"/>
                  <a:gd name="connsiteY52" fmla="*/ 267454 h 443377"/>
                  <a:gd name="connsiteX53" fmla="*/ 298039 w 456705"/>
                  <a:gd name="connsiteY53" fmla="*/ 310317 h 443377"/>
                  <a:gd name="connsiteX54" fmla="*/ 340901 w 456705"/>
                  <a:gd name="connsiteY54" fmla="*/ 267454 h 443377"/>
                  <a:gd name="connsiteX55" fmla="*/ 383764 w 456705"/>
                  <a:gd name="connsiteY55" fmla="*/ 310317 h 443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456705" h="443377">
                    <a:moveTo>
                      <a:pt x="207551" y="438885"/>
                    </a:moveTo>
                    <a:cubicBezTo>
                      <a:pt x="152306" y="452220"/>
                      <a:pt x="93251" y="433170"/>
                      <a:pt x="36101" y="438885"/>
                    </a:cubicBezTo>
                    <a:cubicBezTo>
                      <a:pt x="24671" y="438885"/>
                      <a:pt x="18956" y="429360"/>
                      <a:pt x="17051" y="419835"/>
                    </a:cubicBezTo>
                    <a:cubicBezTo>
                      <a:pt x="-11524" y="290295"/>
                      <a:pt x="1811" y="153135"/>
                      <a:pt x="17051" y="19785"/>
                    </a:cubicBezTo>
                    <a:cubicBezTo>
                      <a:pt x="18956" y="10260"/>
                      <a:pt x="26576" y="-1170"/>
                      <a:pt x="36101" y="735"/>
                    </a:cubicBezTo>
                    <a:cubicBezTo>
                      <a:pt x="119921" y="15975"/>
                      <a:pt x="207551" y="21690"/>
                      <a:pt x="289466" y="735"/>
                    </a:cubicBezTo>
                    <a:cubicBezTo>
                      <a:pt x="295181" y="-1170"/>
                      <a:pt x="298991" y="4545"/>
                      <a:pt x="302801" y="6450"/>
                    </a:cubicBezTo>
                    <a:cubicBezTo>
                      <a:pt x="333281" y="21690"/>
                      <a:pt x="342806" y="63600"/>
                      <a:pt x="373286" y="76935"/>
                    </a:cubicBezTo>
                    <a:cubicBezTo>
                      <a:pt x="377096" y="78840"/>
                      <a:pt x="377096" y="86460"/>
                      <a:pt x="379001" y="90270"/>
                    </a:cubicBezTo>
                    <a:cubicBezTo>
                      <a:pt x="386621" y="109320"/>
                      <a:pt x="371381" y="134085"/>
                      <a:pt x="379001" y="153135"/>
                    </a:cubicBezTo>
                    <a:moveTo>
                      <a:pt x="177071" y="286485"/>
                    </a:moveTo>
                    <a:cubicBezTo>
                      <a:pt x="135161" y="263625"/>
                      <a:pt x="78011" y="238860"/>
                      <a:pt x="93251" y="195045"/>
                    </a:cubicBezTo>
                    <a:cubicBezTo>
                      <a:pt x="108491" y="151230"/>
                      <a:pt x="123731" y="105510"/>
                      <a:pt x="169451" y="97890"/>
                    </a:cubicBezTo>
                    <a:cubicBezTo>
                      <a:pt x="217076" y="90270"/>
                      <a:pt x="272321" y="113130"/>
                      <a:pt x="278036" y="158850"/>
                    </a:cubicBezTo>
                    <a:moveTo>
                      <a:pt x="188501" y="134085"/>
                    </a:moveTo>
                    <a:cubicBezTo>
                      <a:pt x="184691" y="153135"/>
                      <a:pt x="188501" y="172185"/>
                      <a:pt x="188501" y="191235"/>
                    </a:cubicBezTo>
                    <a:cubicBezTo>
                      <a:pt x="199931" y="187425"/>
                      <a:pt x="213266" y="189330"/>
                      <a:pt x="226601" y="191235"/>
                    </a:cubicBezTo>
                    <a:moveTo>
                      <a:pt x="226601" y="324585"/>
                    </a:moveTo>
                    <a:cubicBezTo>
                      <a:pt x="224696" y="387450"/>
                      <a:pt x="278036" y="436980"/>
                      <a:pt x="340901" y="438885"/>
                    </a:cubicBezTo>
                    <a:cubicBezTo>
                      <a:pt x="403766" y="440790"/>
                      <a:pt x="468536" y="385545"/>
                      <a:pt x="455201" y="324585"/>
                    </a:cubicBezTo>
                    <a:cubicBezTo>
                      <a:pt x="441866" y="263625"/>
                      <a:pt x="403766" y="210285"/>
                      <a:pt x="340901" y="210285"/>
                    </a:cubicBezTo>
                    <a:cubicBezTo>
                      <a:pt x="278036" y="210285"/>
                      <a:pt x="239936" y="263625"/>
                      <a:pt x="226601" y="324585"/>
                    </a:cubicBezTo>
                    <a:moveTo>
                      <a:pt x="340901" y="381735"/>
                    </a:moveTo>
                    <a:cubicBezTo>
                      <a:pt x="327566" y="345540"/>
                      <a:pt x="335186" y="305535"/>
                      <a:pt x="340901" y="267435"/>
                    </a:cubicBezTo>
                    <a:moveTo>
                      <a:pt x="340901" y="267435"/>
                    </a:moveTo>
                    <a:cubicBezTo>
                      <a:pt x="331376" y="284580"/>
                      <a:pt x="312326" y="296010"/>
                      <a:pt x="298991" y="311250"/>
                    </a:cubicBezTo>
                    <a:moveTo>
                      <a:pt x="340901" y="267435"/>
                    </a:moveTo>
                    <a:cubicBezTo>
                      <a:pt x="350426" y="284580"/>
                      <a:pt x="371381" y="294105"/>
                      <a:pt x="384716" y="311250"/>
                    </a:cubicBezTo>
                    <a:moveTo>
                      <a:pt x="207551" y="438885"/>
                    </a:moveTo>
                    <a:lnTo>
                      <a:pt x="36101" y="438885"/>
                    </a:lnTo>
                    <a:cubicBezTo>
                      <a:pt x="25580" y="438885"/>
                      <a:pt x="17051" y="430357"/>
                      <a:pt x="17051" y="419835"/>
                    </a:cubicBezTo>
                    <a:lnTo>
                      <a:pt x="17051" y="19785"/>
                    </a:lnTo>
                    <a:cubicBezTo>
                      <a:pt x="17051" y="9264"/>
                      <a:pt x="25580" y="735"/>
                      <a:pt x="36101" y="735"/>
                    </a:cubicBezTo>
                    <a:lnTo>
                      <a:pt x="289333" y="735"/>
                    </a:lnTo>
                    <a:cubicBezTo>
                      <a:pt x="294388" y="741"/>
                      <a:pt x="299232" y="2757"/>
                      <a:pt x="302801" y="6336"/>
                    </a:cubicBezTo>
                    <a:lnTo>
                      <a:pt x="373420" y="76935"/>
                    </a:lnTo>
                    <a:cubicBezTo>
                      <a:pt x="376992" y="80507"/>
                      <a:pt x="379000" y="85352"/>
                      <a:pt x="379001" y="90404"/>
                    </a:cubicBezTo>
                    <a:lnTo>
                      <a:pt x="379001" y="153135"/>
                    </a:lnTo>
                    <a:moveTo>
                      <a:pt x="177795" y="285914"/>
                    </a:moveTo>
                    <a:cubicBezTo>
                      <a:pt x="131074" y="280615"/>
                      <a:pt x="95210" y="242015"/>
                      <a:pt x="93354" y="195031"/>
                    </a:cubicBezTo>
                    <a:cubicBezTo>
                      <a:pt x="91498" y="148046"/>
                      <a:pt x="124205" y="106738"/>
                      <a:pt x="170363" y="97769"/>
                    </a:cubicBezTo>
                    <a:cubicBezTo>
                      <a:pt x="216520" y="88801"/>
                      <a:pt x="262316" y="114856"/>
                      <a:pt x="278189" y="159117"/>
                    </a:cubicBezTo>
                    <a:moveTo>
                      <a:pt x="188501" y="134104"/>
                    </a:moveTo>
                    <a:lnTo>
                      <a:pt x="188501" y="191254"/>
                    </a:lnTo>
                    <a:lnTo>
                      <a:pt x="226601" y="191254"/>
                    </a:lnTo>
                    <a:moveTo>
                      <a:pt x="226601" y="324604"/>
                    </a:moveTo>
                    <a:cubicBezTo>
                      <a:pt x="226601" y="387730"/>
                      <a:pt x="277775" y="438904"/>
                      <a:pt x="340901" y="438904"/>
                    </a:cubicBezTo>
                    <a:cubicBezTo>
                      <a:pt x="404027" y="438904"/>
                      <a:pt x="455201" y="387730"/>
                      <a:pt x="455201" y="324604"/>
                    </a:cubicBezTo>
                    <a:cubicBezTo>
                      <a:pt x="455201" y="261478"/>
                      <a:pt x="404027" y="210304"/>
                      <a:pt x="340901" y="210304"/>
                    </a:cubicBezTo>
                    <a:cubicBezTo>
                      <a:pt x="277775" y="210304"/>
                      <a:pt x="226601" y="261478"/>
                      <a:pt x="226601" y="324604"/>
                    </a:cubicBezTo>
                    <a:close/>
                    <a:moveTo>
                      <a:pt x="340901" y="381754"/>
                    </a:moveTo>
                    <a:lnTo>
                      <a:pt x="340901" y="267454"/>
                    </a:lnTo>
                    <a:moveTo>
                      <a:pt x="340901" y="267454"/>
                    </a:moveTo>
                    <a:lnTo>
                      <a:pt x="298039" y="310317"/>
                    </a:lnTo>
                    <a:moveTo>
                      <a:pt x="340901" y="267454"/>
                    </a:moveTo>
                    <a:lnTo>
                      <a:pt x="383764" y="310317"/>
                    </a:lnTo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BDF540A-DC25-9BB3-32CF-3B7E2CE7DAB0}"/>
                  </a:ext>
                </a:extLst>
              </p:cNvPr>
              <p:cNvSpPr/>
              <p:nvPr/>
            </p:nvSpPr>
            <p:spPr>
              <a:xfrm>
                <a:off x="3218955" y="6277177"/>
                <a:ext cx="438150" cy="440316"/>
              </a:xfrm>
              <a:custGeom>
                <a:avLst/>
                <a:gdLst>
                  <a:gd name="connsiteX0" fmla="*/ 381094 w 438150"/>
                  <a:gd name="connsiteY0" fmla="*/ 173782 h 440316"/>
                  <a:gd name="connsiteX1" fmla="*/ 381094 w 438150"/>
                  <a:gd name="connsiteY1" fmla="*/ 34717 h 440316"/>
                  <a:gd name="connsiteX2" fmla="*/ 348709 w 438150"/>
                  <a:gd name="connsiteY2" fmla="*/ 2332 h 440316"/>
                  <a:gd name="connsiteX3" fmla="*/ 89629 w 438150"/>
                  <a:gd name="connsiteY3" fmla="*/ 2332 h 440316"/>
                  <a:gd name="connsiteX4" fmla="*/ 57244 w 438150"/>
                  <a:gd name="connsiteY4" fmla="*/ 34717 h 440316"/>
                  <a:gd name="connsiteX5" fmla="*/ 57244 w 438150"/>
                  <a:gd name="connsiteY5" fmla="*/ 249982 h 440316"/>
                  <a:gd name="connsiteX6" fmla="*/ 190594 w 438150"/>
                  <a:gd name="connsiteY6" fmla="*/ 326182 h 440316"/>
                  <a:gd name="connsiteX7" fmla="*/ 97249 w 438150"/>
                  <a:gd name="connsiteY7" fmla="*/ 326182 h 440316"/>
                  <a:gd name="connsiteX8" fmla="*/ 94 w 438150"/>
                  <a:gd name="connsiteY8" fmla="*/ 249982 h 440316"/>
                  <a:gd name="connsiteX9" fmla="*/ 209644 w 438150"/>
                  <a:gd name="connsiteY9" fmla="*/ 249982 h 440316"/>
                  <a:gd name="connsiteX10" fmla="*/ 228694 w 438150"/>
                  <a:gd name="connsiteY10" fmla="*/ 316657 h 440316"/>
                  <a:gd name="connsiteX11" fmla="*/ 314419 w 438150"/>
                  <a:gd name="connsiteY11" fmla="*/ 404287 h 440316"/>
                  <a:gd name="connsiteX12" fmla="*/ 402049 w 438150"/>
                  <a:gd name="connsiteY12" fmla="*/ 316657 h 440316"/>
                  <a:gd name="connsiteX13" fmla="*/ 314419 w 438150"/>
                  <a:gd name="connsiteY13" fmla="*/ 230932 h 440316"/>
                  <a:gd name="connsiteX14" fmla="*/ 228694 w 438150"/>
                  <a:gd name="connsiteY14" fmla="*/ 316657 h 440316"/>
                  <a:gd name="connsiteX15" fmla="*/ 438244 w 438150"/>
                  <a:gd name="connsiteY15" fmla="*/ 440482 h 440316"/>
                  <a:gd name="connsiteX16" fmla="*/ 375379 w 438150"/>
                  <a:gd name="connsiteY16" fmla="*/ 377617 h 440316"/>
                  <a:gd name="connsiteX17" fmla="*/ 381094 w 438150"/>
                  <a:gd name="connsiteY17" fmla="*/ 173782 h 440316"/>
                  <a:gd name="connsiteX18" fmla="*/ 381094 w 438150"/>
                  <a:gd name="connsiteY18" fmla="*/ 34089 h 440316"/>
                  <a:gd name="connsiteX19" fmla="*/ 349338 w 438150"/>
                  <a:gd name="connsiteY19" fmla="*/ 2332 h 440316"/>
                  <a:gd name="connsiteX20" fmla="*/ 89000 w 438150"/>
                  <a:gd name="connsiteY20" fmla="*/ 2332 h 440316"/>
                  <a:gd name="connsiteX21" fmla="*/ 57244 w 438150"/>
                  <a:gd name="connsiteY21" fmla="*/ 34089 h 440316"/>
                  <a:gd name="connsiteX22" fmla="*/ 57244 w 438150"/>
                  <a:gd name="connsiteY22" fmla="*/ 249982 h 440316"/>
                  <a:gd name="connsiteX23" fmla="*/ 190594 w 438150"/>
                  <a:gd name="connsiteY23" fmla="*/ 326182 h 440316"/>
                  <a:gd name="connsiteX24" fmla="*/ 97687 w 438150"/>
                  <a:gd name="connsiteY24" fmla="*/ 326182 h 440316"/>
                  <a:gd name="connsiteX25" fmla="*/ 94 w 438150"/>
                  <a:gd name="connsiteY25" fmla="*/ 249982 h 440316"/>
                  <a:gd name="connsiteX26" fmla="*/ 209644 w 438150"/>
                  <a:gd name="connsiteY26" fmla="*/ 249982 h 440316"/>
                  <a:gd name="connsiteX27" fmla="*/ 228694 w 438150"/>
                  <a:gd name="connsiteY27" fmla="*/ 317210 h 440316"/>
                  <a:gd name="connsiteX28" fmla="*/ 314972 w 438150"/>
                  <a:gd name="connsiteY28" fmla="*/ 403487 h 440316"/>
                  <a:gd name="connsiteX29" fmla="*/ 401249 w 438150"/>
                  <a:gd name="connsiteY29" fmla="*/ 317210 h 440316"/>
                  <a:gd name="connsiteX30" fmla="*/ 314972 w 438150"/>
                  <a:gd name="connsiteY30" fmla="*/ 230932 h 440316"/>
                  <a:gd name="connsiteX31" fmla="*/ 228694 w 438150"/>
                  <a:gd name="connsiteY31" fmla="*/ 317210 h 440316"/>
                  <a:gd name="connsiteX32" fmla="*/ 438244 w 438150"/>
                  <a:gd name="connsiteY32" fmla="*/ 440482 h 440316"/>
                  <a:gd name="connsiteX33" fmla="*/ 375989 w 438150"/>
                  <a:gd name="connsiteY33" fmla="*/ 378227 h 440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38150" h="440316">
                    <a:moveTo>
                      <a:pt x="381094" y="173782"/>
                    </a:moveTo>
                    <a:cubicBezTo>
                      <a:pt x="388714" y="128062"/>
                      <a:pt x="363949" y="76627"/>
                      <a:pt x="381094" y="34717"/>
                    </a:cubicBezTo>
                    <a:cubicBezTo>
                      <a:pt x="386809" y="17572"/>
                      <a:pt x="367759" y="2332"/>
                      <a:pt x="348709" y="2332"/>
                    </a:cubicBezTo>
                    <a:cubicBezTo>
                      <a:pt x="262984" y="4237"/>
                      <a:pt x="175354" y="-3383"/>
                      <a:pt x="89629" y="2332"/>
                    </a:cubicBezTo>
                    <a:cubicBezTo>
                      <a:pt x="70579" y="4237"/>
                      <a:pt x="57244" y="17572"/>
                      <a:pt x="57244" y="34717"/>
                    </a:cubicBezTo>
                    <a:cubicBezTo>
                      <a:pt x="57244" y="105202"/>
                      <a:pt x="51529" y="177592"/>
                      <a:pt x="57244" y="249982"/>
                    </a:cubicBezTo>
                    <a:moveTo>
                      <a:pt x="190594" y="326182"/>
                    </a:moveTo>
                    <a:cubicBezTo>
                      <a:pt x="160114" y="328087"/>
                      <a:pt x="127729" y="322372"/>
                      <a:pt x="97249" y="326182"/>
                    </a:cubicBezTo>
                    <a:cubicBezTo>
                      <a:pt x="51529" y="331897"/>
                      <a:pt x="19144" y="291892"/>
                      <a:pt x="94" y="249982"/>
                    </a:cubicBezTo>
                    <a:cubicBezTo>
                      <a:pt x="68674" y="261412"/>
                      <a:pt x="139159" y="244267"/>
                      <a:pt x="209644" y="249982"/>
                    </a:cubicBezTo>
                    <a:moveTo>
                      <a:pt x="228694" y="316657"/>
                    </a:moveTo>
                    <a:cubicBezTo>
                      <a:pt x="224884" y="364282"/>
                      <a:pt x="266794" y="402382"/>
                      <a:pt x="314419" y="404287"/>
                    </a:cubicBezTo>
                    <a:cubicBezTo>
                      <a:pt x="362044" y="404287"/>
                      <a:pt x="382999" y="362377"/>
                      <a:pt x="402049" y="316657"/>
                    </a:cubicBezTo>
                    <a:cubicBezTo>
                      <a:pt x="419194" y="272842"/>
                      <a:pt x="362044" y="221407"/>
                      <a:pt x="314419" y="230932"/>
                    </a:cubicBezTo>
                    <a:cubicBezTo>
                      <a:pt x="268699" y="240457"/>
                      <a:pt x="222979" y="270937"/>
                      <a:pt x="228694" y="316657"/>
                    </a:cubicBezTo>
                    <a:moveTo>
                      <a:pt x="438244" y="440482"/>
                    </a:moveTo>
                    <a:cubicBezTo>
                      <a:pt x="411574" y="429052"/>
                      <a:pt x="388714" y="404287"/>
                      <a:pt x="375379" y="377617"/>
                    </a:cubicBezTo>
                    <a:moveTo>
                      <a:pt x="381094" y="173782"/>
                    </a:moveTo>
                    <a:lnTo>
                      <a:pt x="381094" y="34089"/>
                    </a:lnTo>
                    <a:cubicBezTo>
                      <a:pt x="381094" y="16550"/>
                      <a:pt x="366876" y="2332"/>
                      <a:pt x="349338" y="2332"/>
                    </a:cubicBezTo>
                    <a:lnTo>
                      <a:pt x="89000" y="2332"/>
                    </a:lnTo>
                    <a:cubicBezTo>
                      <a:pt x="71462" y="2332"/>
                      <a:pt x="57244" y="16550"/>
                      <a:pt x="57244" y="34089"/>
                    </a:cubicBezTo>
                    <a:lnTo>
                      <a:pt x="57244" y="249982"/>
                    </a:lnTo>
                    <a:moveTo>
                      <a:pt x="190594" y="326182"/>
                    </a:moveTo>
                    <a:lnTo>
                      <a:pt x="97687" y="326182"/>
                    </a:lnTo>
                    <a:cubicBezTo>
                      <a:pt x="51527" y="326179"/>
                      <a:pt x="11291" y="294764"/>
                      <a:pt x="94" y="249982"/>
                    </a:cubicBezTo>
                    <a:lnTo>
                      <a:pt x="209644" y="249982"/>
                    </a:lnTo>
                    <a:moveTo>
                      <a:pt x="228694" y="317210"/>
                    </a:moveTo>
                    <a:cubicBezTo>
                      <a:pt x="228694" y="364859"/>
                      <a:pt x="267322" y="403487"/>
                      <a:pt x="314972" y="403487"/>
                    </a:cubicBezTo>
                    <a:cubicBezTo>
                      <a:pt x="362621" y="403487"/>
                      <a:pt x="401249" y="364859"/>
                      <a:pt x="401249" y="317210"/>
                    </a:cubicBezTo>
                    <a:cubicBezTo>
                      <a:pt x="401249" y="269560"/>
                      <a:pt x="362621" y="230932"/>
                      <a:pt x="314972" y="230932"/>
                    </a:cubicBezTo>
                    <a:cubicBezTo>
                      <a:pt x="267322" y="230932"/>
                      <a:pt x="228694" y="269560"/>
                      <a:pt x="228694" y="317210"/>
                    </a:cubicBezTo>
                    <a:close/>
                    <a:moveTo>
                      <a:pt x="438244" y="440482"/>
                    </a:moveTo>
                    <a:lnTo>
                      <a:pt x="375989" y="378227"/>
                    </a:lnTo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42722D9-37B1-7C13-B8FE-080F802DF8C4}"/>
                  </a:ext>
                </a:extLst>
              </p:cNvPr>
              <p:cNvSpPr/>
              <p:nvPr/>
            </p:nvSpPr>
            <p:spPr>
              <a:xfrm>
                <a:off x="7037738" y="8361045"/>
                <a:ext cx="383365" cy="270973"/>
              </a:xfrm>
              <a:custGeom>
                <a:avLst/>
                <a:gdLst>
                  <a:gd name="connsiteX0" fmla="*/ 811 w 383365"/>
                  <a:gd name="connsiteY0" fmla="*/ 101805 h 270973"/>
                  <a:gd name="connsiteX1" fmla="*/ 76059 w 383365"/>
                  <a:gd name="connsiteY1" fmla="*/ 1792 h 270973"/>
                  <a:gd name="connsiteX2" fmla="*/ 151306 w 383365"/>
                  <a:gd name="connsiteY2" fmla="*/ 101805 h 270973"/>
                  <a:gd name="connsiteX3" fmla="*/ 151306 w 383365"/>
                  <a:gd name="connsiteY3" fmla="*/ 169432 h 270973"/>
                  <a:gd name="connsiteX4" fmla="*/ 76059 w 383365"/>
                  <a:gd name="connsiteY4" fmla="*/ 270397 h 270973"/>
                  <a:gd name="connsiteX5" fmla="*/ 811 w 383365"/>
                  <a:gd name="connsiteY5" fmla="*/ 169432 h 270973"/>
                  <a:gd name="connsiteX6" fmla="*/ 811 w 383365"/>
                  <a:gd name="connsiteY6" fmla="*/ 101805 h 270973"/>
                  <a:gd name="connsiteX7" fmla="*/ 332281 w 383365"/>
                  <a:gd name="connsiteY7" fmla="*/ 271350 h 270973"/>
                  <a:gd name="connsiteX8" fmla="*/ 332281 w 383365"/>
                  <a:gd name="connsiteY8" fmla="*/ 840 h 270973"/>
                  <a:gd name="connsiteX9" fmla="*/ 202741 w 383365"/>
                  <a:gd name="connsiteY9" fmla="*/ 192292 h 270973"/>
                  <a:gd name="connsiteX10" fmla="*/ 383716 w 383365"/>
                  <a:gd name="connsiteY10" fmla="*/ 192292 h 270973"/>
                  <a:gd name="connsiteX11" fmla="*/ 547 w 383365"/>
                  <a:gd name="connsiteY11" fmla="*/ 101605 h 270973"/>
                  <a:gd name="connsiteX12" fmla="*/ 76161 w 383365"/>
                  <a:gd name="connsiteY12" fmla="*/ 1751 h 270973"/>
                  <a:gd name="connsiteX13" fmla="*/ 151775 w 383365"/>
                  <a:gd name="connsiteY13" fmla="*/ 101605 h 270973"/>
                  <a:gd name="connsiteX14" fmla="*/ 151775 w 383365"/>
                  <a:gd name="connsiteY14" fmla="*/ 169177 h 270973"/>
                  <a:gd name="connsiteX15" fmla="*/ 76161 w 383365"/>
                  <a:gd name="connsiteY15" fmla="*/ 270227 h 270973"/>
                  <a:gd name="connsiteX16" fmla="*/ 547 w 383365"/>
                  <a:gd name="connsiteY16" fmla="*/ 169177 h 270973"/>
                  <a:gd name="connsiteX17" fmla="*/ 547 w 383365"/>
                  <a:gd name="connsiteY17" fmla="*/ 101605 h 270973"/>
                  <a:gd name="connsiteX18" fmla="*/ 332375 w 383365"/>
                  <a:gd name="connsiteY18" fmla="*/ 271148 h 270973"/>
                  <a:gd name="connsiteX19" fmla="*/ 332375 w 383365"/>
                  <a:gd name="connsiteY19" fmla="*/ 376 h 270973"/>
                  <a:gd name="connsiteX20" fmla="*/ 202693 w 383365"/>
                  <a:gd name="connsiteY20" fmla="*/ 192654 h 270973"/>
                  <a:gd name="connsiteX21" fmla="*/ 383856 w 383365"/>
                  <a:gd name="connsiteY21" fmla="*/ 192654 h 270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83365" h="270973">
                    <a:moveTo>
                      <a:pt x="811" y="101805"/>
                    </a:moveTo>
                    <a:cubicBezTo>
                      <a:pt x="15099" y="49417"/>
                      <a:pt x="27481" y="-8685"/>
                      <a:pt x="76059" y="1792"/>
                    </a:cubicBezTo>
                    <a:cubicBezTo>
                      <a:pt x="124636" y="12270"/>
                      <a:pt x="157021" y="47512"/>
                      <a:pt x="151306" y="101805"/>
                    </a:cubicBezTo>
                    <a:cubicBezTo>
                      <a:pt x="149401" y="123712"/>
                      <a:pt x="157021" y="147525"/>
                      <a:pt x="151306" y="169432"/>
                    </a:cubicBezTo>
                    <a:cubicBezTo>
                      <a:pt x="138924" y="221820"/>
                      <a:pt x="124636" y="269445"/>
                      <a:pt x="76059" y="270397"/>
                    </a:cubicBezTo>
                    <a:cubicBezTo>
                      <a:pt x="27481" y="271350"/>
                      <a:pt x="-2999" y="223725"/>
                      <a:pt x="811" y="169432"/>
                    </a:cubicBezTo>
                    <a:cubicBezTo>
                      <a:pt x="1764" y="146572"/>
                      <a:pt x="4621" y="123712"/>
                      <a:pt x="811" y="101805"/>
                    </a:cubicBezTo>
                    <a:moveTo>
                      <a:pt x="332281" y="271350"/>
                    </a:moveTo>
                    <a:cubicBezTo>
                      <a:pt x="334186" y="180862"/>
                      <a:pt x="326566" y="90375"/>
                      <a:pt x="332281" y="840"/>
                    </a:cubicBezTo>
                    <a:cubicBezTo>
                      <a:pt x="291324" y="65610"/>
                      <a:pt x="244651" y="127522"/>
                      <a:pt x="202741" y="192292"/>
                    </a:cubicBezTo>
                    <a:cubicBezTo>
                      <a:pt x="262749" y="192292"/>
                      <a:pt x="325614" y="176100"/>
                      <a:pt x="383716" y="192292"/>
                    </a:cubicBezTo>
                    <a:moveTo>
                      <a:pt x="547" y="101605"/>
                    </a:moveTo>
                    <a:cubicBezTo>
                      <a:pt x="547" y="47343"/>
                      <a:pt x="26421" y="1751"/>
                      <a:pt x="76161" y="1751"/>
                    </a:cubicBezTo>
                    <a:cubicBezTo>
                      <a:pt x="125901" y="1751"/>
                      <a:pt x="151775" y="47343"/>
                      <a:pt x="151775" y="101605"/>
                    </a:cubicBezTo>
                    <a:lnTo>
                      <a:pt x="151775" y="169177"/>
                    </a:lnTo>
                    <a:cubicBezTo>
                      <a:pt x="151775" y="223439"/>
                      <a:pt x="124688" y="270227"/>
                      <a:pt x="76161" y="270227"/>
                    </a:cubicBezTo>
                    <a:cubicBezTo>
                      <a:pt x="27635" y="270227"/>
                      <a:pt x="547" y="223439"/>
                      <a:pt x="547" y="169177"/>
                    </a:cubicBezTo>
                    <a:lnTo>
                      <a:pt x="547" y="101605"/>
                    </a:lnTo>
                    <a:close/>
                    <a:moveTo>
                      <a:pt x="332375" y="271148"/>
                    </a:moveTo>
                    <a:lnTo>
                      <a:pt x="332375" y="376"/>
                    </a:lnTo>
                    <a:lnTo>
                      <a:pt x="202693" y="192654"/>
                    </a:lnTo>
                    <a:lnTo>
                      <a:pt x="383856" y="192654"/>
                    </a:lnTo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AF1DC50D-29AB-D583-FF6A-E5ECAD279D98}"/>
                  </a:ext>
                </a:extLst>
              </p:cNvPr>
              <p:cNvSpPr/>
              <p:nvPr/>
            </p:nvSpPr>
            <p:spPr>
              <a:xfrm>
                <a:off x="3539415" y="8434584"/>
                <a:ext cx="365720" cy="454609"/>
              </a:xfrm>
              <a:custGeom>
                <a:avLst/>
                <a:gdLst>
                  <a:gd name="connsiteX0" fmla="*/ 359746 w 365720"/>
                  <a:gd name="connsiteY0" fmla="*/ 93053 h 454609"/>
                  <a:gd name="connsiteX1" fmla="*/ 365461 w 365720"/>
                  <a:gd name="connsiteY1" fmla="*/ 106388 h 454609"/>
                  <a:gd name="connsiteX2" fmla="*/ 365461 w 365720"/>
                  <a:gd name="connsiteY2" fmla="*/ 435953 h 454609"/>
                  <a:gd name="connsiteX3" fmla="*/ 346411 w 365720"/>
                  <a:gd name="connsiteY3" fmla="*/ 455003 h 454609"/>
                  <a:gd name="connsiteX4" fmla="*/ 22561 w 365720"/>
                  <a:gd name="connsiteY4" fmla="*/ 455003 h 454609"/>
                  <a:gd name="connsiteX5" fmla="*/ 3511 w 365720"/>
                  <a:gd name="connsiteY5" fmla="*/ 435953 h 454609"/>
                  <a:gd name="connsiteX6" fmla="*/ 3511 w 365720"/>
                  <a:gd name="connsiteY6" fmla="*/ 35903 h 454609"/>
                  <a:gd name="connsiteX7" fmla="*/ 22561 w 365720"/>
                  <a:gd name="connsiteY7" fmla="*/ 16853 h 454609"/>
                  <a:gd name="connsiteX8" fmla="*/ 275926 w 365720"/>
                  <a:gd name="connsiteY8" fmla="*/ 16853 h 454609"/>
                  <a:gd name="connsiteX9" fmla="*/ 289261 w 365720"/>
                  <a:gd name="connsiteY9" fmla="*/ 22568 h 454609"/>
                  <a:gd name="connsiteX10" fmla="*/ 359746 w 365720"/>
                  <a:gd name="connsiteY10" fmla="*/ 93053 h 454609"/>
                  <a:gd name="connsiteX11" fmla="*/ 289261 w 365720"/>
                  <a:gd name="connsiteY11" fmla="*/ 190208 h 454609"/>
                  <a:gd name="connsiteX12" fmla="*/ 184486 w 365720"/>
                  <a:gd name="connsiteY12" fmla="*/ 230213 h 454609"/>
                  <a:gd name="connsiteX13" fmla="*/ 79711 w 365720"/>
                  <a:gd name="connsiteY13" fmla="*/ 190208 h 454609"/>
                  <a:gd name="connsiteX14" fmla="*/ 184486 w 365720"/>
                  <a:gd name="connsiteY14" fmla="*/ 150203 h 454609"/>
                  <a:gd name="connsiteX15" fmla="*/ 289261 w 365720"/>
                  <a:gd name="connsiteY15" fmla="*/ 190208 h 454609"/>
                  <a:gd name="connsiteX16" fmla="*/ 289261 w 365720"/>
                  <a:gd name="connsiteY16" fmla="*/ 254978 h 454609"/>
                  <a:gd name="connsiteX17" fmla="*/ 184486 w 365720"/>
                  <a:gd name="connsiteY17" fmla="*/ 294983 h 454609"/>
                  <a:gd name="connsiteX18" fmla="*/ 79711 w 365720"/>
                  <a:gd name="connsiteY18" fmla="*/ 254978 h 454609"/>
                  <a:gd name="connsiteX19" fmla="*/ 79711 w 365720"/>
                  <a:gd name="connsiteY19" fmla="*/ 190208 h 454609"/>
                  <a:gd name="connsiteX20" fmla="*/ 79711 w 365720"/>
                  <a:gd name="connsiteY20" fmla="*/ 319748 h 454609"/>
                  <a:gd name="connsiteX21" fmla="*/ 184486 w 365720"/>
                  <a:gd name="connsiteY21" fmla="*/ 359753 h 454609"/>
                  <a:gd name="connsiteX22" fmla="*/ 289261 w 365720"/>
                  <a:gd name="connsiteY22" fmla="*/ 319748 h 454609"/>
                  <a:gd name="connsiteX23" fmla="*/ 289261 w 365720"/>
                  <a:gd name="connsiteY23" fmla="*/ 190208 h 454609"/>
                  <a:gd name="connsiteX24" fmla="*/ 359879 w 365720"/>
                  <a:gd name="connsiteY24" fmla="*/ 93053 h 454609"/>
                  <a:gd name="connsiteX25" fmla="*/ 365461 w 365720"/>
                  <a:gd name="connsiteY25" fmla="*/ 106522 h 454609"/>
                  <a:gd name="connsiteX26" fmla="*/ 365461 w 365720"/>
                  <a:gd name="connsiteY26" fmla="*/ 435953 h 454609"/>
                  <a:gd name="connsiteX27" fmla="*/ 346411 w 365720"/>
                  <a:gd name="connsiteY27" fmla="*/ 455003 h 454609"/>
                  <a:gd name="connsiteX28" fmla="*/ 22561 w 365720"/>
                  <a:gd name="connsiteY28" fmla="*/ 455003 h 454609"/>
                  <a:gd name="connsiteX29" fmla="*/ 3511 w 365720"/>
                  <a:gd name="connsiteY29" fmla="*/ 435953 h 454609"/>
                  <a:gd name="connsiteX30" fmla="*/ 3511 w 365720"/>
                  <a:gd name="connsiteY30" fmla="*/ 35903 h 454609"/>
                  <a:gd name="connsiteX31" fmla="*/ 22561 w 365720"/>
                  <a:gd name="connsiteY31" fmla="*/ 16853 h 454609"/>
                  <a:gd name="connsiteX32" fmla="*/ 275792 w 365720"/>
                  <a:gd name="connsiteY32" fmla="*/ 16853 h 454609"/>
                  <a:gd name="connsiteX33" fmla="*/ 289261 w 365720"/>
                  <a:gd name="connsiteY33" fmla="*/ 22568 h 454609"/>
                  <a:gd name="connsiteX34" fmla="*/ 289261 w 365720"/>
                  <a:gd name="connsiteY34" fmla="*/ 189541 h 454609"/>
                  <a:gd name="connsiteX35" fmla="*/ 184238 w 365720"/>
                  <a:gd name="connsiteY35" fmla="*/ 230099 h 454609"/>
                  <a:gd name="connsiteX36" fmla="*/ 79977 w 365720"/>
                  <a:gd name="connsiteY36" fmla="*/ 190094 h 454609"/>
                  <a:gd name="connsiteX37" fmla="*/ 184238 w 365720"/>
                  <a:gd name="connsiteY37" fmla="*/ 150203 h 454609"/>
                  <a:gd name="connsiteX38" fmla="*/ 289261 w 365720"/>
                  <a:gd name="connsiteY38" fmla="*/ 189541 h 454609"/>
                  <a:gd name="connsiteX39" fmla="*/ 289261 w 365720"/>
                  <a:gd name="connsiteY39" fmla="*/ 255302 h 454609"/>
                  <a:gd name="connsiteX40" fmla="*/ 184238 w 365720"/>
                  <a:gd name="connsiteY40" fmla="*/ 295879 h 454609"/>
                  <a:gd name="connsiteX41" fmla="*/ 79977 w 365720"/>
                  <a:gd name="connsiteY41" fmla="*/ 255874 h 454609"/>
                  <a:gd name="connsiteX42" fmla="*/ 79977 w 365720"/>
                  <a:gd name="connsiteY42" fmla="*/ 190208 h 454609"/>
                  <a:gd name="connsiteX43" fmla="*/ 79977 w 365720"/>
                  <a:gd name="connsiteY43" fmla="*/ 319958 h 454609"/>
                  <a:gd name="connsiteX44" fmla="*/ 184238 w 365720"/>
                  <a:gd name="connsiteY44" fmla="*/ 359963 h 454609"/>
                  <a:gd name="connsiteX45" fmla="*/ 289261 w 365720"/>
                  <a:gd name="connsiteY45" fmla="*/ 319386 h 454609"/>
                  <a:gd name="connsiteX46" fmla="*/ 289261 w 365720"/>
                  <a:gd name="connsiteY46" fmla="*/ 189541 h 454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365720" h="454609">
                    <a:moveTo>
                      <a:pt x="359746" y="93053"/>
                    </a:moveTo>
                    <a:cubicBezTo>
                      <a:pt x="361651" y="96863"/>
                      <a:pt x="367366" y="102578"/>
                      <a:pt x="365461" y="106388"/>
                    </a:cubicBezTo>
                    <a:cubicBezTo>
                      <a:pt x="331171" y="211163"/>
                      <a:pt x="367366" y="325463"/>
                      <a:pt x="365461" y="435953"/>
                    </a:cubicBezTo>
                    <a:cubicBezTo>
                      <a:pt x="365461" y="447383"/>
                      <a:pt x="355936" y="455003"/>
                      <a:pt x="346411" y="455003"/>
                    </a:cubicBezTo>
                    <a:cubicBezTo>
                      <a:pt x="237826" y="451193"/>
                      <a:pt x="131146" y="447383"/>
                      <a:pt x="22561" y="455003"/>
                    </a:cubicBezTo>
                    <a:cubicBezTo>
                      <a:pt x="11131" y="455003"/>
                      <a:pt x="3511" y="445478"/>
                      <a:pt x="3511" y="435953"/>
                    </a:cubicBezTo>
                    <a:cubicBezTo>
                      <a:pt x="3511" y="302603"/>
                      <a:pt x="-4109" y="169253"/>
                      <a:pt x="3511" y="35903"/>
                    </a:cubicBezTo>
                    <a:cubicBezTo>
                      <a:pt x="3511" y="24473"/>
                      <a:pt x="13036" y="20663"/>
                      <a:pt x="22561" y="16853"/>
                    </a:cubicBezTo>
                    <a:cubicBezTo>
                      <a:pt x="100666" y="-13627"/>
                      <a:pt x="192106" y="5423"/>
                      <a:pt x="275926" y="16853"/>
                    </a:cubicBezTo>
                    <a:cubicBezTo>
                      <a:pt x="281641" y="16853"/>
                      <a:pt x="287356" y="18758"/>
                      <a:pt x="289261" y="22568"/>
                    </a:cubicBezTo>
                    <a:cubicBezTo>
                      <a:pt x="304501" y="53048"/>
                      <a:pt x="338791" y="66383"/>
                      <a:pt x="359746" y="93053"/>
                    </a:cubicBezTo>
                    <a:moveTo>
                      <a:pt x="289261" y="190208"/>
                    </a:moveTo>
                    <a:cubicBezTo>
                      <a:pt x="287356" y="211163"/>
                      <a:pt x="241636" y="220688"/>
                      <a:pt x="184486" y="230213"/>
                    </a:cubicBezTo>
                    <a:cubicBezTo>
                      <a:pt x="127336" y="239738"/>
                      <a:pt x="85426" y="211163"/>
                      <a:pt x="79711" y="190208"/>
                    </a:cubicBezTo>
                    <a:cubicBezTo>
                      <a:pt x="73996" y="169253"/>
                      <a:pt x="127336" y="157823"/>
                      <a:pt x="184486" y="150203"/>
                    </a:cubicBezTo>
                    <a:cubicBezTo>
                      <a:pt x="241636" y="140678"/>
                      <a:pt x="291166" y="167348"/>
                      <a:pt x="289261" y="190208"/>
                    </a:cubicBezTo>
                    <a:moveTo>
                      <a:pt x="289261" y="254978"/>
                    </a:moveTo>
                    <a:cubicBezTo>
                      <a:pt x="283546" y="275933"/>
                      <a:pt x="239731" y="308318"/>
                      <a:pt x="184486" y="294983"/>
                    </a:cubicBezTo>
                    <a:cubicBezTo>
                      <a:pt x="127336" y="283553"/>
                      <a:pt x="85426" y="277838"/>
                      <a:pt x="79711" y="254978"/>
                    </a:cubicBezTo>
                    <a:moveTo>
                      <a:pt x="79711" y="190208"/>
                    </a:moveTo>
                    <a:cubicBezTo>
                      <a:pt x="85426" y="234023"/>
                      <a:pt x="83521" y="275933"/>
                      <a:pt x="79711" y="319748"/>
                    </a:cubicBezTo>
                    <a:cubicBezTo>
                      <a:pt x="77806" y="342608"/>
                      <a:pt x="127336" y="371183"/>
                      <a:pt x="184486" y="359753"/>
                    </a:cubicBezTo>
                    <a:cubicBezTo>
                      <a:pt x="239731" y="348323"/>
                      <a:pt x="291166" y="340703"/>
                      <a:pt x="289261" y="319748"/>
                    </a:cubicBezTo>
                    <a:cubicBezTo>
                      <a:pt x="285451" y="275933"/>
                      <a:pt x="291166" y="232118"/>
                      <a:pt x="289261" y="190208"/>
                    </a:cubicBezTo>
                    <a:moveTo>
                      <a:pt x="359879" y="93053"/>
                    </a:moveTo>
                    <a:cubicBezTo>
                      <a:pt x="363452" y="96625"/>
                      <a:pt x="365460" y="101469"/>
                      <a:pt x="365461" y="106522"/>
                    </a:cubicBezTo>
                    <a:lnTo>
                      <a:pt x="365461" y="435953"/>
                    </a:lnTo>
                    <a:cubicBezTo>
                      <a:pt x="365461" y="446475"/>
                      <a:pt x="356932" y="455003"/>
                      <a:pt x="346411" y="455003"/>
                    </a:cubicBezTo>
                    <a:lnTo>
                      <a:pt x="22561" y="455003"/>
                    </a:lnTo>
                    <a:cubicBezTo>
                      <a:pt x="12039" y="455003"/>
                      <a:pt x="3511" y="446475"/>
                      <a:pt x="3511" y="435953"/>
                    </a:cubicBezTo>
                    <a:lnTo>
                      <a:pt x="3511" y="35903"/>
                    </a:lnTo>
                    <a:cubicBezTo>
                      <a:pt x="3511" y="25382"/>
                      <a:pt x="12039" y="16853"/>
                      <a:pt x="22561" y="16853"/>
                    </a:cubicBezTo>
                    <a:lnTo>
                      <a:pt x="275792" y="16853"/>
                    </a:lnTo>
                    <a:cubicBezTo>
                      <a:pt x="280864" y="16889"/>
                      <a:pt x="285711" y="18947"/>
                      <a:pt x="289261" y="22568"/>
                    </a:cubicBezTo>
                    <a:close/>
                    <a:moveTo>
                      <a:pt x="289261" y="189541"/>
                    </a:moveTo>
                    <a:cubicBezTo>
                      <a:pt x="289261" y="211582"/>
                      <a:pt x="241845" y="230099"/>
                      <a:pt x="184238" y="230099"/>
                    </a:cubicBezTo>
                    <a:cubicBezTo>
                      <a:pt x="126631" y="230099"/>
                      <a:pt x="79977" y="212249"/>
                      <a:pt x="79977" y="190094"/>
                    </a:cubicBezTo>
                    <a:cubicBezTo>
                      <a:pt x="79977" y="167939"/>
                      <a:pt x="126669" y="150203"/>
                      <a:pt x="184238" y="150203"/>
                    </a:cubicBezTo>
                    <a:cubicBezTo>
                      <a:pt x="241807" y="150203"/>
                      <a:pt x="289261" y="167482"/>
                      <a:pt x="289261" y="189541"/>
                    </a:cubicBezTo>
                    <a:close/>
                    <a:moveTo>
                      <a:pt x="289261" y="255302"/>
                    </a:moveTo>
                    <a:cubicBezTo>
                      <a:pt x="289261" y="277362"/>
                      <a:pt x="241845" y="295879"/>
                      <a:pt x="184238" y="295879"/>
                    </a:cubicBezTo>
                    <a:cubicBezTo>
                      <a:pt x="126631" y="295879"/>
                      <a:pt x="79977" y="277991"/>
                      <a:pt x="79977" y="255874"/>
                    </a:cubicBezTo>
                    <a:moveTo>
                      <a:pt x="79977" y="190208"/>
                    </a:moveTo>
                    <a:lnTo>
                      <a:pt x="79977" y="319958"/>
                    </a:lnTo>
                    <a:cubicBezTo>
                      <a:pt x="79977" y="341980"/>
                      <a:pt x="126650" y="359963"/>
                      <a:pt x="184238" y="359963"/>
                    </a:cubicBezTo>
                    <a:cubicBezTo>
                      <a:pt x="241826" y="359963"/>
                      <a:pt x="289261" y="341427"/>
                      <a:pt x="289261" y="319386"/>
                    </a:cubicBezTo>
                    <a:lnTo>
                      <a:pt x="289261" y="189541"/>
                    </a:lnTo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56E5A1F1-0FAE-FCB5-B307-B0E27DF4F04D}"/>
                  </a:ext>
                </a:extLst>
              </p:cNvPr>
              <p:cNvSpPr/>
              <p:nvPr/>
            </p:nvSpPr>
            <p:spPr>
              <a:xfrm>
                <a:off x="7034449" y="5961431"/>
                <a:ext cx="311932" cy="270935"/>
              </a:xfrm>
              <a:custGeom>
                <a:avLst/>
                <a:gdLst>
                  <a:gd name="connsiteX0" fmla="*/ 220317 w 311932"/>
                  <a:gd name="connsiteY0" fmla="*/ 36096 h 270935"/>
                  <a:gd name="connsiteX1" fmla="*/ 301279 w 311932"/>
                  <a:gd name="connsiteY1" fmla="*/ 5616 h 270935"/>
                  <a:gd name="connsiteX2" fmla="*/ 301279 w 311932"/>
                  <a:gd name="connsiteY2" fmla="*/ 270411 h 270935"/>
                  <a:gd name="connsiteX3" fmla="*/ 4099 w 311932"/>
                  <a:gd name="connsiteY3" fmla="*/ 100866 h 270935"/>
                  <a:gd name="connsiteX4" fmla="*/ 79347 w 311932"/>
                  <a:gd name="connsiteY4" fmla="*/ 854 h 270935"/>
                  <a:gd name="connsiteX5" fmla="*/ 154594 w 311932"/>
                  <a:gd name="connsiteY5" fmla="*/ 100866 h 270935"/>
                  <a:gd name="connsiteX6" fmla="*/ 154594 w 311932"/>
                  <a:gd name="connsiteY6" fmla="*/ 168494 h 270935"/>
                  <a:gd name="connsiteX7" fmla="*/ 79347 w 311932"/>
                  <a:gd name="connsiteY7" fmla="*/ 269459 h 270935"/>
                  <a:gd name="connsiteX8" fmla="*/ 4099 w 311932"/>
                  <a:gd name="connsiteY8" fmla="*/ 168494 h 270935"/>
                  <a:gd name="connsiteX9" fmla="*/ 4099 w 311932"/>
                  <a:gd name="connsiteY9" fmla="*/ 100866 h 270935"/>
                  <a:gd name="connsiteX10" fmla="*/ 220715 w 311932"/>
                  <a:gd name="connsiteY10" fmla="*/ 35881 h 270935"/>
                  <a:gd name="connsiteX11" fmla="*/ 301250 w 311932"/>
                  <a:gd name="connsiteY11" fmla="*/ 5460 h 270935"/>
                  <a:gd name="connsiteX12" fmla="*/ 301250 w 311932"/>
                  <a:gd name="connsiteY12" fmla="*/ 269945 h 270935"/>
                  <a:gd name="connsiteX13" fmla="*/ 3836 w 311932"/>
                  <a:gd name="connsiteY13" fmla="*/ 100661 h 270935"/>
                  <a:gd name="connsiteX14" fmla="*/ 79449 w 311932"/>
                  <a:gd name="connsiteY14" fmla="*/ 808 h 270935"/>
                  <a:gd name="connsiteX15" fmla="*/ 155063 w 311932"/>
                  <a:gd name="connsiteY15" fmla="*/ 100661 h 270935"/>
                  <a:gd name="connsiteX16" fmla="*/ 155063 w 311932"/>
                  <a:gd name="connsiteY16" fmla="*/ 168234 h 270935"/>
                  <a:gd name="connsiteX17" fmla="*/ 79449 w 311932"/>
                  <a:gd name="connsiteY17" fmla="*/ 269283 h 270935"/>
                  <a:gd name="connsiteX18" fmla="*/ 3836 w 311932"/>
                  <a:gd name="connsiteY18" fmla="*/ 168234 h 270935"/>
                  <a:gd name="connsiteX19" fmla="*/ 3836 w 311932"/>
                  <a:gd name="connsiteY19" fmla="*/ 100661 h 27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1932" h="270935">
                    <a:moveTo>
                      <a:pt x="220317" y="36096"/>
                    </a:moveTo>
                    <a:cubicBezTo>
                      <a:pt x="241272" y="16094"/>
                      <a:pt x="274609" y="15141"/>
                      <a:pt x="301279" y="5616"/>
                    </a:cubicBezTo>
                    <a:cubicBezTo>
                      <a:pt x="313662" y="93246"/>
                      <a:pt x="318424" y="183734"/>
                      <a:pt x="301279" y="270411"/>
                    </a:cubicBezTo>
                    <a:moveTo>
                      <a:pt x="4099" y="100866"/>
                    </a:moveTo>
                    <a:cubicBezTo>
                      <a:pt x="-2568" y="46574"/>
                      <a:pt x="29817" y="8474"/>
                      <a:pt x="79347" y="854"/>
                    </a:cubicBezTo>
                    <a:cubicBezTo>
                      <a:pt x="128877" y="-6766"/>
                      <a:pt x="155547" y="46574"/>
                      <a:pt x="154594" y="100866"/>
                    </a:cubicBezTo>
                    <a:cubicBezTo>
                      <a:pt x="154594" y="122774"/>
                      <a:pt x="147927" y="146586"/>
                      <a:pt x="154594" y="168494"/>
                    </a:cubicBezTo>
                    <a:cubicBezTo>
                      <a:pt x="171739" y="219929"/>
                      <a:pt x="126019" y="281841"/>
                      <a:pt x="79347" y="269459"/>
                    </a:cubicBezTo>
                    <a:cubicBezTo>
                      <a:pt x="32674" y="257076"/>
                      <a:pt x="21244" y="219929"/>
                      <a:pt x="4099" y="168494"/>
                    </a:cubicBezTo>
                    <a:cubicBezTo>
                      <a:pt x="-3521" y="146586"/>
                      <a:pt x="3147" y="122774"/>
                      <a:pt x="4099" y="100866"/>
                    </a:cubicBezTo>
                    <a:moveTo>
                      <a:pt x="220715" y="35881"/>
                    </a:moveTo>
                    <a:lnTo>
                      <a:pt x="301250" y="5460"/>
                    </a:lnTo>
                    <a:lnTo>
                      <a:pt x="301250" y="269945"/>
                    </a:lnTo>
                    <a:moveTo>
                      <a:pt x="3836" y="100661"/>
                    </a:moveTo>
                    <a:cubicBezTo>
                      <a:pt x="3836" y="46399"/>
                      <a:pt x="29709" y="808"/>
                      <a:pt x="79449" y="808"/>
                    </a:cubicBezTo>
                    <a:cubicBezTo>
                      <a:pt x="129189" y="808"/>
                      <a:pt x="155063" y="46399"/>
                      <a:pt x="155063" y="100661"/>
                    </a:cubicBezTo>
                    <a:lnTo>
                      <a:pt x="155063" y="168234"/>
                    </a:lnTo>
                    <a:cubicBezTo>
                      <a:pt x="155063" y="222496"/>
                      <a:pt x="127976" y="269283"/>
                      <a:pt x="79449" y="269283"/>
                    </a:cubicBezTo>
                    <a:cubicBezTo>
                      <a:pt x="30923" y="269283"/>
                      <a:pt x="3836" y="222496"/>
                      <a:pt x="3836" y="168234"/>
                    </a:cubicBezTo>
                    <a:lnTo>
                      <a:pt x="3836" y="100661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157D126-4F8E-D8EC-9D18-9CC2D106F53A}"/>
                  </a:ext>
                </a:extLst>
              </p:cNvPr>
              <p:cNvSpPr/>
              <p:nvPr/>
            </p:nvSpPr>
            <p:spPr>
              <a:xfrm>
                <a:off x="7035743" y="9160897"/>
                <a:ext cx="369979" cy="273234"/>
              </a:xfrm>
              <a:custGeom>
                <a:avLst/>
                <a:gdLst>
                  <a:gd name="connsiteX0" fmla="*/ 2806 w 369979"/>
                  <a:gd name="connsiteY0" fmla="*/ 102136 h 273234"/>
                  <a:gd name="connsiteX1" fmla="*/ 78053 w 369979"/>
                  <a:gd name="connsiteY1" fmla="*/ 2124 h 273234"/>
                  <a:gd name="connsiteX2" fmla="*/ 153301 w 369979"/>
                  <a:gd name="connsiteY2" fmla="*/ 102136 h 273234"/>
                  <a:gd name="connsiteX3" fmla="*/ 153301 w 369979"/>
                  <a:gd name="connsiteY3" fmla="*/ 169764 h 273234"/>
                  <a:gd name="connsiteX4" fmla="*/ 78053 w 369979"/>
                  <a:gd name="connsiteY4" fmla="*/ 270729 h 273234"/>
                  <a:gd name="connsiteX5" fmla="*/ 2806 w 369979"/>
                  <a:gd name="connsiteY5" fmla="*/ 169764 h 273234"/>
                  <a:gd name="connsiteX6" fmla="*/ 2806 w 369979"/>
                  <a:gd name="connsiteY6" fmla="*/ 102136 h 273234"/>
                  <a:gd name="connsiteX7" fmla="*/ 370471 w 369979"/>
                  <a:gd name="connsiteY7" fmla="*/ 5934 h 273234"/>
                  <a:gd name="connsiteX8" fmla="*/ 243788 w 369979"/>
                  <a:gd name="connsiteY8" fmla="*/ 5934 h 273234"/>
                  <a:gd name="connsiteX9" fmla="*/ 230453 w 369979"/>
                  <a:gd name="connsiteY9" fmla="*/ 129759 h 273234"/>
                  <a:gd name="connsiteX10" fmla="*/ 296176 w 369979"/>
                  <a:gd name="connsiteY10" fmla="*/ 106899 h 273234"/>
                  <a:gd name="connsiteX11" fmla="*/ 367613 w 369979"/>
                  <a:gd name="connsiteY11" fmla="*/ 196434 h 273234"/>
                  <a:gd name="connsiteX12" fmla="*/ 292366 w 369979"/>
                  <a:gd name="connsiteY12" fmla="*/ 270729 h 273234"/>
                  <a:gd name="connsiteX13" fmla="*/ 221881 w 369979"/>
                  <a:gd name="connsiteY13" fmla="*/ 201196 h 273234"/>
                  <a:gd name="connsiteX14" fmla="*/ 2542 w 369979"/>
                  <a:gd name="connsiteY14" fmla="*/ 101936 h 273234"/>
                  <a:gd name="connsiteX15" fmla="*/ 78155 w 369979"/>
                  <a:gd name="connsiteY15" fmla="*/ 2083 h 273234"/>
                  <a:gd name="connsiteX16" fmla="*/ 153769 w 369979"/>
                  <a:gd name="connsiteY16" fmla="*/ 101936 h 273234"/>
                  <a:gd name="connsiteX17" fmla="*/ 153769 w 369979"/>
                  <a:gd name="connsiteY17" fmla="*/ 169509 h 273234"/>
                  <a:gd name="connsiteX18" fmla="*/ 78155 w 369979"/>
                  <a:gd name="connsiteY18" fmla="*/ 270558 h 273234"/>
                  <a:gd name="connsiteX19" fmla="*/ 2542 w 369979"/>
                  <a:gd name="connsiteY19" fmla="*/ 169509 h 273234"/>
                  <a:gd name="connsiteX20" fmla="*/ 2542 w 369979"/>
                  <a:gd name="connsiteY20" fmla="*/ 101936 h 273234"/>
                  <a:gd name="connsiteX21" fmla="*/ 370407 w 369979"/>
                  <a:gd name="connsiteY21" fmla="*/ 6130 h 273234"/>
                  <a:gd name="connsiteX22" fmla="*/ 243586 w 369979"/>
                  <a:gd name="connsiteY22" fmla="*/ 6130 h 273234"/>
                  <a:gd name="connsiteX23" fmla="*/ 230337 w 369979"/>
                  <a:gd name="connsiteY23" fmla="*/ 130180 h 273234"/>
                  <a:gd name="connsiteX24" fmla="*/ 295843 w 369979"/>
                  <a:gd name="connsiteY24" fmla="*/ 106485 h 273234"/>
                  <a:gd name="connsiteX25" fmla="*/ 367870 w 369979"/>
                  <a:gd name="connsiteY25" fmla="*/ 195980 h 273234"/>
                  <a:gd name="connsiteX26" fmla="*/ 292637 w 369979"/>
                  <a:gd name="connsiteY26" fmla="*/ 270769 h 273234"/>
                  <a:gd name="connsiteX27" fmla="*/ 221622 w 369979"/>
                  <a:gd name="connsiteY27" fmla="*/ 200863 h 273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9979" h="273234">
                    <a:moveTo>
                      <a:pt x="2806" y="102136"/>
                    </a:moveTo>
                    <a:cubicBezTo>
                      <a:pt x="-9577" y="48796"/>
                      <a:pt x="29476" y="-10259"/>
                      <a:pt x="78053" y="2124"/>
                    </a:cubicBezTo>
                    <a:cubicBezTo>
                      <a:pt x="126631" y="13554"/>
                      <a:pt x="168541" y="49749"/>
                      <a:pt x="153301" y="102136"/>
                    </a:cubicBezTo>
                    <a:cubicBezTo>
                      <a:pt x="147586" y="124044"/>
                      <a:pt x="147586" y="147856"/>
                      <a:pt x="153301" y="169764"/>
                    </a:cubicBezTo>
                    <a:cubicBezTo>
                      <a:pt x="167588" y="222151"/>
                      <a:pt x="125678" y="260251"/>
                      <a:pt x="78053" y="270729"/>
                    </a:cubicBezTo>
                    <a:cubicBezTo>
                      <a:pt x="30428" y="280254"/>
                      <a:pt x="-2909" y="223104"/>
                      <a:pt x="2806" y="169764"/>
                    </a:cubicBezTo>
                    <a:cubicBezTo>
                      <a:pt x="4711" y="146904"/>
                      <a:pt x="-52" y="124044"/>
                      <a:pt x="2806" y="102136"/>
                    </a:cubicBezTo>
                    <a:moveTo>
                      <a:pt x="370471" y="5934"/>
                    </a:moveTo>
                    <a:cubicBezTo>
                      <a:pt x="328561" y="4981"/>
                      <a:pt x="285698" y="8791"/>
                      <a:pt x="243788" y="5934"/>
                    </a:cubicBezTo>
                    <a:cubicBezTo>
                      <a:pt x="236168" y="46891"/>
                      <a:pt x="247598" y="92611"/>
                      <a:pt x="230453" y="129759"/>
                    </a:cubicBezTo>
                    <a:cubicBezTo>
                      <a:pt x="239978" y="124996"/>
                      <a:pt x="263791" y="98326"/>
                      <a:pt x="296176" y="106899"/>
                    </a:cubicBezTo>
                    <a:cubicBezTo>
                      <a:pt x="333323" y="116424"/>
                      <a:pt x="368566" y="132616"/>
                      <a:pt x="367613" y="196434"/>
                    </a:cubicBezTo>
                    <a:cubicBezTo>
                      <a:pt x="366661" y="261204"/>
                      <a:pt x="322846" y="282159"/>
                      <a:pt x="292366" y="270729"/>
                    </a:cubicBezTo>
                    <a:cubicBezTo>
                      <a:pt x="260933" y="259299"/>
                      <a:pt x="230453" y="245964"/>
                      <a:pt x="221881" y="201196"/>
                    </a:cubicBezTo>
                    <a:moveTo>
                      <a:pt x="2542" y="101936"/>
                    </a:moveTo>
                    <a:cubicBezTo>
                      <a:pt x="2542" y="47674"/>
                      <a:pt x="28416" y="2083"/>
                      <a:pt x="78155" y="2083"/>
                    </a:cubicBezTo>
                    <a:cubicBezTo>
                      <a:pt x="127896" y="2083"/>
                      <a:pt x="153769" y="47674"/>
                      <a:pt x="153769" y="101936"/>
                    </a:cubicBezTo>
                    <a:lnTo>
                      <a:pt x="153769" y="169509"/>
                    </a:lnTo>
                    <a:cubicBezTo>
                      <a:pt x="153769" y="223771"/>
                      <a:pt x="126682" y="270558"/>
                      <a:pt x="78155" y="270558"/>
                    </a:cubicBezTo>
                    <a:cubicBezTo>
                      <a:pt x="29629" y="270558"/>
                      <a:pt x="2542" y="223771"/>
                      <a:pt x="2542" y="169509"/>
                    </a:cubicBezTo>
                    <a:lnTo>
                      <a:pt x="2542" y="101936"/>
                    </a:lnTo>
                    <a:close/>
                    <a:moveTo>
                      <a:pt x="370407" y="6130"/>
                    </a:moveTo>
                    <a:lnTo>
                      <a:pt x="243586" y="6130"/>
                    </a:lnTo>
                    <a:lnTo>
                      <a:pt x="230337" y="130180"/>
                    </a:lnTo>
                    <a:cubicBezTo>
                      <a:pt x="238234" y="122282"/>
                      <a:pt x="262392" y="106485"/>
                      <a:pt x="295843" y="106485"/>
                    </a:cubicBezTo>
                    <a:cubicBezTo>
                      <a:pt x="334953" y="106485"/>
                      <a:pt x="371542" y="133061"/>
                      <a:pt x="367870" y="195980"/>
                    </a:cubicBezTo>
                    <a:cubicBezTo>
                      <a:pt x="364068" y="261145"/>
                      <a:pt x="324865" y="270769"/>
                      <a:pt x="292637" y="270769"/>
                    </a:cubicBezTo>
                    <a:cubicBezTo>
                      <a:pt x="258500" y="270769"/>
                      <a:pt x="224786" y="246544"/>
                      <a:pt x="221622" y="200863"/>
                    </a:cubicBezTo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63CA2F2-E8C9-1BFF-95EE-32546C459D3E}"/>
                  </a:ext>
                </a:extLst>
              </p:cNvPr>
              <p:cNvSpPr/>
              <p:nvPr/>
            </p:nvSpPr>
            <p:spPr>
              <a:xfrm>
                <a:off x="4303124" y="9648843"/>
                <a:ext cx="439995" cy="442178"/>
              </a:xfrm>
              <a:custGeom>
                <a:avLst/>
                <a:gdLst>
                  <a:gd name="connsiteX0" fmla="*/ 121901 w 439995"/>
                  <a:gd name="connsiteY0" fmla="*/ 261951 h 442178"/>
                  <a:gd name="connsiteX1" fmla="*/ 144761 w 439995"/>
                  <a:gd name="connsiteY1" fmla="*/ 303861 h 442178"/>
                  <a:gd name="connsiteX2" fmla="*/ 253346 w 439995"/>
                  <a:gd name="connsiteY2" fmla="*/ 98121 h 442178"/>
                  <a:gd name="connsiteX3" fmla="*/ 342881 w 439995"/>
                  <a:gd name="connsiteY3" fmla="*/ 265761 h 442178"/>
                  <a:gd name="connsiteX4" fmla="*/ 333356 w 439995"/>
                  <a:gd name="connsiteY4" fmla="*/ 248616 h 442178"/>
                  <a:gd name="connsiteX5" fmla="*/ 140951 w 439995"/>
                  <a:gd name="connsiteY5" fmla="*/ 294336 h 442178"/>
                  <a:gd name="connsiteX6" fmla="*/ 127616 w 439995"/>
                  <a:gd name="connsiteY6" fmla="*/ 271476 h 442178"/>
                  <a:gd name="connsiteX7" fmla="*/ 264776 w 439995"/>
                  <a:gd name="connsiteY7" fmla="*/ 120981 h 442178"/>
                  <a:gd name="connsiteX8" fmla="*/ 333356 w 439995"/>
                  <a:gd name="connsiteY8" fmla="*/ 248616 h 442178"/>
                  <a:gd name="connsiteX9" fmla="*/ 180956 w 439995"/>
                  <a:gd name="connsiteY9" fmla="*/ 282906 h 442178"/>
                  <a:gd name="connsiteX10" fmla="*/ 192386 w 439995"/>
                  <a:gd name="connsiteY10" fmla="*/ 303861 h 442178"/>
                  <a:gd name="connsiteX11" fmla="*/ 209531 w 439995"/>
                  <a:gd name="connsiteY11" fmla="*/ 317196 h 442178"/>
                  <a:gd name="connsiteX12" fmla="*/ 232391 w 439995"/>
                  <a:gd name="connsiteY12" fmla="*/ 313386 h 442178"/>
                  <a:gd name="connsiteX13" fmla="*/ 243821 w 439995"/>
                  <a:gd name="connsiteY13" fmla="*/ 273381 h 442178"/>
                  <a:gd name="connsiteX14" fmla="*/ 241916 w 439995"/>
                  <a:gd name="connsiteY14" fmla="*/ 269571 h 442178"/>
                  <a:gd name="connsiteX15" fmla="*/ 192386 w 439995"/>
                  <a:gd name="connsiteY15" fmla="*/ 35256 h 442178"/>
                  <a:gd name="connsiteX16" fmla="*/ 220961 w 439995"/>
                  <a:gd name="connsiteY16" fmla="*/ 48591 h 442178"/>
                  <a:gd name="connsiteX17" fmla="*/ 249536 w 439995"/>
                  <a:gd name="connsiteY17" fmla="*/ 35256 h 442178"/>
                  <a:gd name="connsiteX18" fmla="*/ 266681 w 439995"/>
                  <a:gd name="connsiteY18" fmla="*/ 16206 h 442178"/>
                  <a:gd name="connsiteX19" fmla="*/ 310496 w 439995"/>
                  <a:gd name="connsiteY19" fmla="*/ 4776 h 442178"/>
                  <a:gd name="connsiteX20" fmla="*/ 333356 w 439995"/>
                  <a:gd name="connsiteY20" fmla="*/ 42876 h 442178"/>
                  <a:gd name="connsiteX21" fmla="*/ 333356 w 439995"/>
                  <a:gd name="connsiteY21" fmla="*/ 69546 h 442178"/>
                  <a:gd name="connsiteX22" fmla="*/ 342881 w 439995"/>
                  <a:gd name="connsiteY22" fmla="*/ 100026 h 442178"/>
                  <a:gd name="connsiteX23" fmla="*/ 373361 w 439995"/>
                  <a:gd name="connsiteY23" fmla="*/ 109551 h 442178"/>
                  <a:gd name="connsiteX24" fmla="*/ 400031 w 439995"/>
                  <a:gd name="connsiteY24" fmla="*/ 109551 h 442178"/>
                  <a:gd name="connsiteX25" fmla="*/ 438131 w 439995"/>
                  <a:gd name="connsiteY25" fmla="*/ 132411 h 442178"/>
                  <a:gd name="connsiteX26" fmla="*/ 426701 w 439995"/>
                  <a:gd name="connsiteY26" fmla="*/ 176226 h 442178"/>
                  <a:gd name="connsiteX27" fmla="*/ 407651 w 439995"/>
                  <a:gd name="connsiteY27" fmla="*/ 193371 h 442178"/>
                  <a:gd name="connsiteX28" fmla="*/ 394316 w 439995"/>
                  <a:gd name="connsiteY28" fmla="*/ 221946 h 442178"/>
                  <a:gd name="connsiteX29" fmla="*/ 407651 w 439995"/>
                  <a:gd name="connsiteY29" fmla="*/ 250521 h 442178"/>
                  <a:gd name="connsiteX30" fmla="*/ 426701 w 439995"/>
                  <a:gd name="connsiteY30" fmla="*/ 267666 h 442178"/>
                  <a:gd name="connsiteX31" fmla="*/ 438131 w 439995"/>
                  <a:gd name="connsiteY31" fmla="*/ 311481 h 442178"/>
                  <a:gd name="connsiteX32" fmla="*/ 400031 w 439995"/>
                  <a:gd name="connsiteY32" fmla="*/ 334341 h 442178"/>
                  <a:gd name="connsiteX33" fmla="*/ 373361 w 439995"/>
                  <a:gd name="connsiteY33" fmla="*/ 334341 h 442178"/>
                  <a:gd name="connsiteX34" fmla="*/ 344786 w 439995"/>
                  <a:gd name="connsiteY34" fmla="*/ 343866 h 442178"/>
                  <a:gd name="connsiteX35" fmla="*/ 333356 w 439995"/>
                  <a:gd name="connsiteY35" fmla="*/ 374346 h 442178"/>
                  <a:gd name="connsiteX36" fmla="*/ 333356 w 439995"/>
                  <a:gd name="connsiteY36" fmla="*/ 401016 h 442178"/>
                  <a:gd name="connsiteX37" fmla="*/ 310496 w 439995"/>
                  <a:gd name="connsiteY37" fmla="*/ 437211 h 442178"/>
                  <a:gd name="connsiteX38" fmla="*/ 268586 w 439995"/>
                  <a:gd name="connsiteY38" fmla="*/ 427686 h 442178"/>
                  <a:gd name="connsiteX39" fmla="*/ 249536 w 439995"/>
                  <a:gd name="connsiteY39" fmla="*/ 408636 h 442178"/>
                  <a:gd name="connsiteX40" fmla="*/ 220961 w 439995"/>
                  <a:gd name="connsiteY40" fmla="*/ 395301 h 442178"/>
                  <a:gd name="connsiteX41" fmla="*/ 192386 w 439995"/>
                  <a:gd name="connsiteY41" fmla="*/ 408636 h 442178"/>
                  <a:gd name="connsiteX42" fmla="*/ 175241 w 439995"/>
                  <a:gd name="connsiteY42" fmla="*/ 427686 h 442178"/>
                  <a:gd name="connsiteX43" fmla="*/ 131426 w 439995"/>
                  <a:gd name="connsiteY43" fmla="*/ 439116 h 442178"/>
                  <a:gd name="connsiteX44" fmla="*/ 108566 w 439995"/>
                  <a:gd name="connsiteY44" fmla="*/ 401016 h 442178"/>
                  <a:gd name="connsiteX45" fmla="*/ 108566 w 439995"/>
                  <a:gd name="connsiteY45" fmla="*/ 374346 h 442178"/>
                  <a:gd name="connsiteX46" fmla="*/ 99041 w 439995"/>
                  <a:gd name="connsiteY46" fmla="*/ 345771 h 442178"/>
                  <a:gd name="connsiteX47" fmla="*/ 68561 w 439995"/>
                  <a:gd name="connsiteY47" fmla="*/ 334341 h 442178"/>
                  <a:gd name="connsiteX48" fmla="*/ 41891 w 439995"/>
                  <a:gd name="connsiteY48" fmla="*/ 334341 h 442178"/>
                  <a:gd name="connsiteX49" fmla="*/ 5696 w 439995"/>
                  <a:gd name="connsiteY49" fmla="*/ 311481 h 442178"/>
                  <a:gd name="connsiteX50" fmla="*/ 15221 w 439995"/>
                  <a:gd name="connsiteY50" fmla="*/ 269571 h 442178"/>
                  <a:gd name="connsiteX51" fmla="*/ 34271 w 439995"/>
                  <a:gd name="connsiteY51" fmla="*/ 250521 h 442178"/>
                  <a:gd name="connsiteX52" fmla="*/ 47606 w 439995"/>
                  <a:gd name="connsiteY52" fmla="*/ 221946 h 442178"/>
                  <a:gd name="connsiteX53" fmla="*/ 34271 w 439995"/>
                  <a:gd name="connsiteY53" fmla="*/ 193371 h 442178"/>
                  <a:gd name="connsiteX54" fmla="*/ 15221 w 439995"/>
                  <a:gd name="connsiteY54" fmla="*/ 176226 h 442178"/>
                  <a:gd name="connsiteX55" fmla="*/ 3791 w 439995"/>
                  <a:gd name="connsiteY55" fmla="*/ 132411 h 442178"/>
                  <a:gd name="connsiteX56" fmla="*/ 41891 w 439995"/>
                  <a:gd name="connsiteY56" fmla="*/ 109551 h 442178"/>
                  <a:gd name="connsiteX57" fmla="*/ 68561 w 439995"/>
                  <a:gd name="connsiteY57" fmla="*/ 109551 h 442178"/>
                  <a:gd name="connsiteX58" fmla="*/ 99041 w 439995"/>
                  <a:gd name="connsiteY58" fmla="*/ 100026 h 442178"/>
                  <a:gd name="connsiteX59" fmla="*/ 108566 w 439995"/>
                  <a:gd name="connsiteY59" fmla="*/ 69546 h 442178"/>
                  <a:gd name="connsiteX60" fmla="*/ 108566 w 439995"/>
                  <a:gd name="connsiteY60" fmla="*/ 42876 h 442178"/>
                  <a:gd name="connsiteX61" fmla="*/ 131426 w 439995"/>
                  <a:gd name="connsiteY61" fmla="*/ 4776 h 442178"/>
                  <a:gd name="connsiteX62" fmla="*/ 175241 w 439995"/>
                  <a:gd name="connsiteY62" fmla="*/ 16206 h 442178"/>
                  <a:gd name="connsiteX63" fmla="*/ 192386 w 439995"/>
                  <a:gd name="connsiteY63" fmla="*/ 35256 h 442178"/>
                  <a:gd name="connsiteX64" fmla="*/ 122797 w 439995"/>
                  <a:gd name="connsiteY64" fmla="*/ 261360 h 442178"/>
                  <a:gd name="connsiteX65" fmla="*/ 145561 w 439995"/>
                  <a:gd name="connsiteY65" fmla="*/ 303728 h 442178"/>
                  <a:gd name="connsiteX66" fmla="*/ 253556 w 439995"/>
                  <a:gd name="connsiteY66" fmla="*/ 98997 h 442178"/>
                  <a:gd name="connsiteX67" fmla="*/ 343319 w 439995"/>
                  <a:gd name="connsiteY67" fmla="*/ 266047 h 442178"/>
                  <a:gd name="connsiteX68" fmla="*/ 333642 w 439995"/>
                  <a:gd name="connsiteY68" fmla="*/ 248044 h 442178"/>
                  <a:gd name="connsiteX69" fmla="*/ 140075 w 439995"/>
                  <a:gd name="connsiteY69" fmla="*/ 293498 h 442178"/>
                  <a:gd name="connsiteX70" fmla="*/ 127997 w 439995"/>
                  <a:gd name="connsiteY70" fmla="*/ 271038 h 442178"/>
                  <a:gd name="connsiteX71" fmla="*/ 265233 w 439995"/>
                  <a:gd name="connsiteY71" fmla="*/ 120714 h 442178"/>
                  <a:gd name="connsiteX72" fmla="*/ 333642 w 439995"/>
                  <a:gd name="connsiteY72" fmla="*/ 248044 h 442178"/>
                  <a:gd name="connsiteX73" fmla="*/ 181890 w 439995"/>
                  <a:gd name="connsiteY73" fmla="*/ 283687 h 442178"/>
                  <a:gd name="connsiteX74" fmla="*/ 192577 w 439995"/>
                  <a:gd name="connsiteY74" fmla="*/ 303023 h 442178"/>
                  <a:gd name="connsiteX75" fmla="*/ 209766 w 439995"/>
                  <a:gd name="connsiteY75" fmla="*/ 317152 h 442178"/>
                  <a:gd name="connsiteX76" fmla="*/ 231839 w 439995"/>
                  <a:gd name="connsiteY76" fmla="*/ 314338 h 442178"/>
                  <a:gd name="connsiteX77" fmla="*/ 242907 w 439995"/>
                  <a:gd name="connsiteY77" fmla="*/ 273228 h 442178"/>
                  <a:gd name="connsiteX78" fmla="*/ 241002 w 439995"/>
                  <a:gd name="connsiteY78" fmla="*/ 269819 h 442178"/>
                  <a:gd name="connsiteX79" fmla="*/ 192653 w 439995"/>
                  <a:gd name="connsiteY79" fmla="*/ 35732 h 442178"/>
                  <a:gd name="connsiteX80" fmla="*/ 220961 w 439995"/>
                  <a:gd name="connsiteY80" fmla="*/ 48332 h 442178"/>
                  <a:gd name="connsiteX81" fmla="*/ 249269 w 439995"/>
                  <a:gd name="connsiteY81" fmla="*/ 35732 h 442178"/>
                  <a:gd name="connsiteX82" fmla="*/ 267596 w 439995"/>
                  <a:gd name="connsiteY82" fmla="*/ 15463 h 442178"/>
                  <a:gd name="connsiteX83" fmla="*/ 310541 w 439995"/>
                  <a:gd name="connsiteY83" fmla="*/ 5701 h 442178"/>
                  <a:gd name="connsiteX84" fmla="*/ 334004 w 439995"/>
                  <a:gd name="connsiteY84" fmla="*/ 42971 h 442178"/>
                  <a:gd name="connsiteX85" fmla="*/ 332613 w 439995"/>
                  <a:gd name="connsiteY85" fmla="*/ 70251 h 442178"/>
                  <a:gd name="connsiteX86" fmla="*/ 343722 w 439995"/>
                  <a:gd name="connsiteY86" fmla="*/ 99147 h 442178"/>
                  <a:gd name="connsiteX87" fmla="*/ 372618 w 439995"/>
                  <a:gd name="connsiteY87" fmla="*/ 110256 h 442178"/>
                  <a:gd name="connsiteX88" fmla="*/ 400031 w 439995"/>
                  <a:gd name="connsiteY88" fmla="*/ 108903 h 442178"/>
                  <a:gd name="connsiteX89" fmla="*/ 437302 w 439995"/>
                  <a:gd name="connsiteY89" fmla="*/ 132366 h 442178"/>
                  <a:gd name="connsiteX90" fmla="*/ 427539 w 439995"/>
                  <a:gd name="connsiteY90" fmla="*/ 175311 h 442178"/>
                  <a:gd name="connsiteX91" fmla="*/ 407270 w 439995"/>
                  <a:gd name="connsiteY91" fmla="*/ 193638 h 442178"/>
                  <a:gd name="connsiteX92" fmla="*/ 394671 w 439995"/>
                  <a:gd name="connsiteY92" fmla="*/ 221946 h 442178"/>
                  <a:gd name="connsiteX93" fmla="*/ 407270 w 439995"/>
                  <a:gd name="connsiteY93" fmla="*/ 250254 h 442178"/>
                  <a:gd name="connsiteX94" fmla="*/ 427539 w 439995"/>
                  <a:gd name="connsiteY94" fmla="*/ 268580 h 442178"/>
                  <a:gd name="connsiteX95" fmla="*/ 437302 w 439995"/>
                  <a:gd name="connsiteY95" fmla="*/ 311526 h 442178"/>
                  <a:gd name="connsiteX96" fmla="*/ 400031 w 439995"/>
                  <a:gd name="connsiteY96" fmla="*/ 334989 h 442178"/>
                  <a:gd name="connsiteX97" fmla="*/ 372752 w 439995"/>
                  <a:gd name="connsiteY97" fmla="*/ 333598 h 442178"/>
                  <a:gd name="connsiteX98" fmla="*/ 343856 w 439995"/>
                  <a:gd name="connsiteY98" fmla="*/ 344707 h 442178"/>
                  <a:gd name="connsiteX99" fmla="*/ 332747 w 439995"/>
                  <a:gd name="connsiteY99" fmla="*/ 373603 h 442178"/>
                  <a:gd name="connsiteX100" fmla="*/ 334137 w 439995"/>
                  <a:gd name="connsiteY100" fmla="*/ 400883 h 442178"/>
                  <a:gd name="connsiteX101" fmla="*/ 310674 w 439995"/>
                  <a:gd name="connsiteY101" fmla="*/ 438153 h 442178"/>
                  <a:gd name="connsiteX102" fmla="*/ 267729 w 439995"/>
                  <a:gd name="connsiteY102" fmla="*/ 428391 h 442178"/>
                  <a:gd name="connsiteX103" fmla="*/ 249403 w 439995"/>
                  <a:gd name="connsiteY103" fmla="*/ 408122 h 442178"/>
                  <a:gd name="connsiteX104" fmla="*/ 221095 w 439995"/>
                  <a:gd name="connsiteY104" fmla="*/ 395522 h 442178"/>
                  <a:gd name="connsiteX105" fmla="*/ 192786 w 439995"/>
                  <a:gd name="connsiteY105" fmla="*/ 408122 h 442178"/>
                  <a:gd name="connsiteX106" fmla="*/ 174460 w 439995"/>
                  <a:gd name="connsiteY106" fmla="*/ 428391 h 442178"/>
                  <a:gd name="connsiteX107" fmla="*/ 131466 w 439995"/>
                  <a:gd name="connsiteY107" fmla="*/ 438339 h 442178"/>
                  <a:gd name="connsiteX108" fmla="*/ 107918 w 439995"/>
                  <a:gd name="connsiteY108" fmla="*/ 401016 h 442178"/>
                  <a:gd name="connsiteX109" fmla="*/ 109309 w 439995"/>
                  <a:gd name="connsiteY109" fmla="*/ 373736 h 442178"/>
                  <a:gd name="connsiteX110" fmla="*/ 98200 w 439995"/>
                  <a:gd name="connsiteY110" fmla="*/ 344840 h 442178"/>
                  <a:gd name="connsiteX111" fmla="*/ 69304 w 439995"/>
                  <a:gd name="connsiteY111" fmla="*/ 333731 h 442178"/>
                  <a:gd name="connsiteX112" fmla="*/ 42025 w 439995"/>
                  <a:gd name="connsiteY112" fmla="*/ 335122 h 442178"/>
                  <a:gd name="connsiteX113" fmla="*/ 4754 w 439995"/>
                  <a:gd name="connsiteY113" fmla="*/ 311659 h 442178"/>
                  <a:gd name="connsiteX114" fmla="*/ 14516 w 439995"/>
                  <a:gd name="connsiteY114" fmla="*/ 268714 h 442178"/>
                  <a:gd name="connsiteX115" fmla="*/ 34786 w 439995"/>
                  <a:gd name="connsiteY115" fmla="*/ 250388 h 442178"/>
                  <a:gd name="connsiteX116" fmla="*/ 47385 w 439995"/>
                  <a:gd name="connsiteY116" fmla="*/ 222079 h 442178"/>
                  <a:gd name="connsiteX117" fmla="*/ 34786 w 439995"/>
                  <a:gd name="connsiteY117" fmla="*/ 193771 h 442178"/>
                  <a:gd name="connsiteX118" fmla="*/ 14478 w 439995"/>
                  <a:gd name="connsiteY118" fmla="*/ 175311 h 442178"/>
                  <a:gd name="connsiteX119" fmla="*/ 4716 w 439995"/>
                  <a:gd name="connsiteY119" fmla="*/ 132366 h 442178"/>
                  <a:gd name="connsiteX120" fmla="*/ 41986 w 439995"/>
                  <a:gd name="connsiteY120" fmla="*/ 108903 h 442178"/>
                  <a:gd name="connsiteX121" fmla="*/ 69266 w 439995"/>
                  <a:gd name="connsiteY121" fmla="*/ 110294 h 442178"/>
                  <a:gd name="connsiteX122" fmla="*/ 98162 w 439995"/>
                  <a:gd name="connsiteY122" fmla="*/ 99185 h 442178"/>
                  <a:gd name="connsiteX123" fmla="*/ 109271 w 439995"/>
                  <a:gd name="connsiteY123" fmla="*/ 70289 h 442178"/>
                  <a:gd name="connsiteX124" fmla="*/ 107918 w 439995"/>
                  <a:gd name="connsiteY124" fmla="*/ 42971 h 442178"/>
                  <a:gd name="connsiteX125" fmla="*/ 131381 w 439995"/>
                  <a:gd name="connsiteY125" fmla="*/ 5701 h 442178"/>
                  <a:gd name="connsiteX126" fmla="*/ 174327 w 439995"/>
                  <a:gd name="connsiteY126" fmla="*/ 15463 h 442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</a:cxnLst>
                <a:rect l="l" t="t" r="r" b="b"/>
                <a:pathLst>
                  <a:path w="439995" h="442178">
                    <a:moveTo>
                      <a:pt x="121901" y="261951"/>
                    </a:moveTo>
                    <a:cubicBezTo>
                      <a:pt x="133331" y="271476"/>
                      <a:pt x="135236" y="290526"/>
                      <a:pt x="144761" y="303861"/>
                    </a:cubicBezTo>
                    <a:moveTo>
                      <a:pt x="253346" y="98121"/>
                    </a:moveTo>
                    <a:cubicBezTo>
                      <a:pt x="283826" y="155271"/>
                      <a:pt x="308591" y="214326"/>
                      <a:pt x="342881" y="265761"/>
                    </a:cubicBezTo>
                    <a:moveTo>
                      <a:pt x="333356" y="248616"/>
                    </a:moveTo>
                    <a:cubicBezTo>
                      <a:pt x="274301" y="279096"/>
                      <a:pt x="196196" y="256236"/>
                      <a:pt x="140951" y="294336"/>
                    </a:cubicBezTo>
                    <a:cubicBezTo>
                      <a:pt x="133331" y="286716"/>
                      <a:pt x="135236" y="277191"/>
                      <a:pt x="127616" y="271476"/>
                    </a:cubicBezTo>
                    <a:cubicBezTo>
                      <a:pt x="188576" y="239091"/>
                      <a:pt x="228581" y="178131"/>
                      <a:pt x="264776" y="120981"/>
                    </a:cubicBezTo>
                    <a:cubicBezTo>
                      <a:pt x="280016" y="166701"/>
                      <a:pt x="299066" y="214326"/>
                      <a:pt x="333356" y="248616"/>
                    </a:cubicBezTo>
                    <a:moveTo>
                      <a:pt x="180956" y="282906"/>
                    </a:moveTo>
                    <a:cubicBezTo>
                      <a:pt x="184766" y="290526"/>
                      <a:pt x="190481" y="296241"/>
                      <a:pt x="192386" y="303861"/>
                    </a:cubicBezTo>
                    <a:cubicBezTo>
                      <a:pt x="196196" y="309576"/>
                      <a:pt x="201911" y="315291"/>
                      <a:pt x="209531" y="317196"/>
                    </a:cubicBezTo>
                    <a:cubicBezTo>
                      <a:pt x="217151" y="319101"/>
                      <a:pt x="226676" y="319101"/>
                      <a:pt x="232391" y="313386"/>
                    </a:cubicBezTo>
                    <a:cubicBezTo>
                      <a:pt x="243821" y="303861"/>
                      <a:pt x="251441" y="286716"/>
                      <a:pt x="243821" y="273381"/>
                    </a:cubicBezTo>
                    <a:cubicBezTo>
                      <a:pt x="241916" y="271476"/>
                      <a:pt x="241916" y="271476"/>
                      <a:pt x="241916" y="269571"/>
                    </a:cubicBezTo>
                    <a:moveTo>
                      <a:pt x="192386" y="35256"/>
                    </a:moveTo>
                    <a:cubicBezTo>
                      <a:pt x="200006" y="44781"/>
                      <a:pt x="211436" y="52401"/>
                      <a:pt x="220961" y="48591"/>
                    </a:cubicBezTo>
                    <a:cubicBezTo>
                      <a:pt x="230486" y="44781"/>
                      <a:pt x="243821" y="44781"/>
                      <a:pt x="249536" y="35256"/>
                    </a:cubicBezTo>
                    <a:cubicBezTo>
                      <a:pt x="253346" y="27636"/>
                      <a:pt x="260966" y="21921"/>
                      <a:pt x="266681" y="16206"/>
                    </a:cubicBezTo>
                    <a:cubicBezTo>
                      <a:pt x="278111" y="2871"/>
                      <a:pt x="299066" y="-4749"/>
                      <a:pt x="310496" y="4776"/>
                    </a:cubicBezTo>
                    <a:cubicBezTo>
                      <a:pt x="321926" y="16206"/>
                      <a:pt x="337166" y="27636"/>
                      <a:pt x="333356" y="42876"/>
                    </a:cubicBezTo>
                    <a:cubicBezTo>
                      <a:pt x="331451" y="52401"/>
                      <a:pt x="331451" y="61926"/>
                      <a:pt x="333356" y="69546"/>
                    </a:cubicBezTo>
                    <a:cubicBezTo>
                      <a:pt x="333356" y="80976"/>
                      <a:pt x="337166" y="90501"/>
                      <a:pt x="342881" y="100026"/>
                    </a:cubicBezTo>
                    <a:cubicBezTo>
                      <a:pt x="350501" y="107646"/>
                      <a:pt x="361931" y="109551"/>
                      <a:pt x="373361" y="109551"/>
                    </a:cubicBezTo>
                    <a:cubicBezTo>
                      <a:pt x="380981" y="111456"/>
                      <a:pt x="392411" y="113361"/>
                      <a:pt x="400031" y="109551"/>
                    </a:cubicBezTo>
                    <a:cubicBezTo>
                      <a:pt x="415271" y="101931"/>
                      <a:pt x="436226" y="115266"/>
                      <a:pt x="438131" y="132411"/>
                    </a:cubicBezTo>
                    <a:cubicBezTo>
                      <a:pt x="438131" y="147651"/>
                      <a:pt x="436226" y="162891"/>
                      <a:pt x="426701" y="176226"/>
                    </a:cubicBezTo>
                    <a:cubicBezTo>
                      <a:pt x="422891" y="181941"/>
                      <a:pt x="413366" y="185751"/>
                      <a:pt x="407651" y="193371"/>
                    </a:cubicBezTo>
                    <a:cubicBezTo>
                      <a:pt x="400031" y="202896"/>
                      <a:pt x="396221" y="210516"/>
                      <a:pt x="394316" y="221946"/>
                    </a:cubicBezTo>
                    <a:cubicBezTo>
                      <a:pt x="394316" y="233376"/>
                      <a:pt x="401936" y="240996"/>
                      <a:pt x="407651" y="250521"/>
                    </a:cubicBezTo>
                    <a:cubicBezTo>
                      <a:pt x="411461" y="258141"/>
                      <a:pt x="422891" y="261951"/>
                      <a:pt x="426701" y="267666"/>
                    </a:cubicBezTo>
                    <a:cubicBezTo>
                      <a:pt x="436226" y="281001"/>
                      <a:pt x="440036" y="296241"/>
                      <a:pt x="438131" y="311481"/>
                    </a:cubicBezTo>
                    <a:cubicBezTo>
                      <a:pt x="434321" y="326721"/>
                      <a:pt x="415271" y="334341"/>
                      <a:pt x="400031" y="334341"/>
                    </a:cubicBezTo>
                    <a:cubicBezTo>
                      <a:pt x="390506" y="336246"/>
                      <a:pt x="382886" y="332436"/>
                      <a:pt x="373361" y="334341"/>
                    </a:cubicBezTo>
                    <a:cubicBezTo>
                      <a:pt x="361931" y="334341"/>
                      <a:pt x="352406" y="340056"/>
                      <a:pt x="344786" y="343866"/>
                    </a:cubicBezTo>
                    <a:cubicBezTo>
                      <a:pt x="335261" y="349581"/>
                      <a:pt x="333356" y="362916"/>
                      <a:pt x="333356" y="374346"/>
                    </a:cubicBezTo>
                    <a:cubicBezTo>
                      <a:pt x="333356" y="381966"/>
                      <a:pt x="337166" y="391491"/>
                      <a:pt x="333356" y="401016"/>
                    </a:cubicBezTo>
                    <a:cubicBezTo>
                      <a:pt x="329546" y="416256"/>
                      <a:pt x="325736" y="433401"/>
                      <a:pt x="310496" y="437211"/>
                    </a:cubicBezTo>
                    <a:cubicBezTo>
                      <a:pt x="295256" y="442926"/>
                      <a:pt x="274301" y="442926"/>
                      <a:pt x="268586" y="427686"/>
                    </a:cubicBezTo>
                    <a:cubicBezTo>
                      <a:pt x="264776" y="420066"/>
                      <a:pt x="253346" y="416256"/>
                      <a:pt x="249536" y="408636"/>
                    </a:cubicBezTo>
                    <a:cubicBezTo>
                      <a:pt x="243821" y="399111"/>
                      <a:pt x="232391" y="393396"/>
                      <a:pt x="220961" y="395301"/>
                    </a:cubicBezTo>
                    <a:cubicBezTo>
                      <a:pt x="209531" y="397206"/>
                      <a:pt x="196196" y="399111"/>
                      <a:pt x="192386" y="408636"/>
                    </a:cubicBezTo>
                    <a:cubicBezTo>
                      <a:pt x="188576" y="416256"/>
                      <a:pt x="182861" y="423876"/>
                      <a:pt x="175241" y="427686"/>
                    </a:cubicBezTo>
                    <a:cubicBezTo>
                      <a:pt x="160001" y="437211"/>
                      <a:pt x="144761" y="448641"/>
                      <a:pt x="131426" y="439116"/>
                    </a:cubicBezTo>
                    <a:cubicBezTo>
                      <a:pt x="118091" y="427686"/>
                      <a:pt x="102851" y="416256"/>
                      <a:pt x="108566" y="401016"/>
                    </a:cubicBezTo>
                    <a:cubicBezTo>
                      <a:pt x="110471" y="393396"/>
                      <a:pt x="106661" y="381966"/>
                      <a:pt x="108566" y="374346"/>
                    </a:cubicBezTo>
                    <a:cubicBezTo>
                      <a:pt x="112376" y="362916"/>
                      <a:pt x="108566" y="349581"/>
                      <a:pt x="99041" y="345771"/>
                    </a:cubicBezTo>
                    <a:cubicBezTo>
                      <a:pt x="87611" y="340056"/>
                      <a:pt x="79991" y="330531"/>
                      <a:pt x="68561" y="334341"/>
                    </a:cubicBezTo>
                    <a:cubicBezTo>
                      <a:pt x="60941" y="336246"/>
                      <a:pt x="51416" y="336246"/>
                      <a:pt x="41891" y="334341"/>
                    </a:cubicBezTo>
                    <a:cubicBezTo>
                      <a:pt x="26651" y="334341"/>
                      <a:pt x="11411" y="326721"/>
                      <a:pt x="5696" y="311481"/>
                    </a:cubicBezTo>
                    <a:cubicBezTo>
                      <a:pt x="-1924" y="296241"/>
                      <a:pt x="5696" y="282906"/>
                      <a:pt x="15221" y="269571"/>
                    </a:cubicBezTo>
                    <a:cubicBezTo>
                      <a:pt x="19031" y="261951"/>
                      <a:pt x="26651" y="256236"/>
                      <a:pt x="34271" y="250521"/>
                    </a:cubicBezTo>
                    <a:cubicBezTo>
                      <a:pt x="43796" y="244806"/>
                      <a:pt x="45701" y="233376"/>
                      <a:pt x="47606" y="221946"/>
                    </a:cubicBezTo>
                    <a:cubicBezTo>
                      <a:pt x="49511" y="210516"/>
                      <a:pt x="41891" y="202896"/>
                      <a:pt x="34271" y="193371"/>
                    </a:cubicBezTo>
                    <a:cubicBezTo>
                      <a:pt x="28556" y="185751"/>
                      <a:pt x="19031" y="183846"/>
                      <a:pt x="15221" y="176226"/>
                    </a:cubicBezTo>
                    <a:cubicBezTo>
                      <a:pt x="5696" y="160986"/>
                      <a:pt x="-5734" y="143841"/>
                      <a:pt x="3791" y="132411"/>
                    </a:cubicBezTo>
                    <a:cubicBezTo>
                      <a:pt x="15221" y="120981"/>
                      <a:pt x="26651" y="107646"/>
                      <a:pt x="41891" y="109551"/>
                    </a:cubicBezTo>
                    <a:cubicBezTo>
                      <a:pt x="51416" y="109551"/>
                      <a:pt x="60941" y="107646"/>
                      <a:pt x="68561" y="109551"/>
                    </a:cubicBezTo>
                    <a:cubicBezTo>
                      <a:pt x="79991" y="113361"/>
                      <a:pt x="89516" y="103836"/>
                      <a:pt x="99041" y="100026"/>
                    </a:cubicBezTo>
                    <a:cubicBezTo>
                      <a:pt x="108566" y="94311"/>
                      <a:pt x="106661" y="80976"/>
                      <a:pt x="108566" y="69546"/>
                    </a:cubicBezTo>
                    <a:cubicBezTo>
                      <a:pt x="112376" y="61926"/>
                      <a:pt x="112376" y="50496"/>
                      <a:pt x="108566" y="42876"/>
                    </a:cubicBezTo>
                    <a:cubicBezTo>
                      <a:pt x="100946" y="27636"/>
                      <a:pt x="116186" y="8586"/>
                      <a:pt x="131426" y="4776"/>
                    </a:cubicBezTo>
                    <a:cubicBezTo>
                      <a:pt x="146666" y="2871"/>
                      <a:pt x="165716" y="2871"/>
                      <a:pt x="175241" y="16206"/>
                    </a:cubicBezTo>
                    <a:cubicBezTo>
                      <a:pt x="179051" y="21921"/>
                      <a:pt x="184766" y="31446"/>
                      <a:pt x="192386" y="35256"/>
                    </a:cubicBezTo>
                    <a:moveTo>
                      <a:pt x="122797" y="261360"/>
                    </a:moveTo>
                    <a:lnTo>
                      <a:pt x="145561" y="303728"/>
                    </a:lnTo>
                    <a:moveTo>
                      <a:pt x="253556" y="98997"/>
                    </a:moveTo>
                    <a:lnTo>
                      <a:pt x="343319" y="266047"/>
                    </a:lnTo>
                    <a:moveTo>
                      <a:pt x="333642" y="248044"/>
                    </a:moveTo>
                    <a:lnTo>
                      <a:pt x="140075" y="293498"/>
                    </a:lnTo>
                    <a:lnTo>
                      <a:pt x="127997" y="271038"/>
                    </a:lnTo>
                    <a:lnTo>
                      <a:pt x="265233" y="120714"/>
                    </a:lnTo>
                    <a:lnTo>
                      <a:pt x="333642" y="248044"/>
                    </a:lnTo>
                    <a:close/>
                    <a:moveTo>
                      <a:pt x="181890" y="283687"/>
                    </a:moveTo>
                    <a:lnTo>
                      <a:pt x="192577" y="303023"/>
                    </a:lnTo>
                    <a:cubicBezTo>
                      <a:pt x="196116" y="309899"/>
                      <a:pt x="202335" y="315010"/>
                      <a:pt x="209766" y="317152"/>
                    </a:cubicBezTo>
                    <a:cubicBezTo>
                      <a:pt x="217197" y="319293"/>
                      <a:pt x="225183" y="318276"/>
                      <a:pt x="231839" y="314338"/>
                    </a:cubicBezTo>
                    <a:cubicBezTo>
                      <a:pt x="245837" y="305732"/>
                      <a:pt x="250691" y="287700"/>
                      <a:pt x="242907" y="273228"/>
                    </a:cubicBezTo>
                    <a:lnTo>
                      <a:pt x="241002" y="269819"/>
                    </a:lnTo>
                    <a:moveTo>
                      <a:pt x="192653" y="35732"/>
                    </a:moveTo>
                    <a:cubicBezTo>
                      <a:pt x="199878" y="43753"/>
                      <a:pt x="210167" y="48332"/>
                      <a:pt x="220961" y="48332"/>
                    </a:cubicBezTo>
                    <a:cubicBezTo>
                      <a:pt x="231756" y="48332"/>
                      <a:pt x="242045" y="43753"/>
                      <a:pt x="249269" y="35732"/>
                    </a:cubicBezTo>
                    <a:lnTo>
                      <a:pt x="267596" y="15463"/>
                    </a:lnTo>
                    <a:cubicBezTo>
                      <a:pt x="278389" y="3427"/>
                      <a:pt x="295605" y="-487"/>
                      <a:pt x="310541" y="5701"/>
                    </a:cubicBezTo>
                    <a:cubicBezTo>
                      <a:pt x="325477" y="11888"/>
                      <a:pt x="334883" y="26828"/>
                      <a:pt x="334004" y="42971"/>
                    </a:cubicBezTo>
                    <a:lnTo>
                      <a:pt x="332613" y="70251"/>
                    </a:lnTo>
                    <a:cubicBezTo>
                      <a:pt x="332060" y="81021"/>
                      <a:pt x="336097" y="91521"/>
                      <a:pt x="343722" y="99147"/>
                    </a:cubicBezTo>
                    <a:cubicBezTo>
                      <a:pt x="351348" y="106772"/>
                      <a:pt x="361848" y="110809"/>
                      <a:pt x="372618" y="110256"/>
                    </a:cubicBezTo>
                    <a:lnTo>
                      <a:pt x="400031" y="108903"/>
                    </a:lnTo>
                    <a:cubicBezTo>
                      <a:pt x="416174" y="108024"/>
                      <a:pt x="431114" y="117430"/>
                      <a:pt x="437302" y="132366"/>
                    </a:cubicBezTo>
                    <a:cubicBezTo>
                      <a:pt x="443489" y="147302"/>
                      <a:pt x="439575" y="164518"/>
                      <a:pt x="427539" y="175311"/>
                    </a:cubicBezTo>
                    <a:lnTo>
                      <a:pt x="407270" y="193638"/>
                    </a:lnTo>
                    <a:cubicBezTo>
                      <a:pt x="399249" y="200862"/>
                      <a:pt x="394671" y="211151"/>
                      <a:pt x="394671" y="221946"/>
                    </a:cubicBezTo>
                    <a:cubicBezTo>
                      <a:pt x="394671" y="232741"/>
                      <a:pt x="399249" y="243029"/>
                      <a:pt x="407270" y="250254"/>
                    </a:cubicBezTo>
                    <a:lnTo>
                      <a:pt x="427539" y="268580"/>
                    </a:lnTo>
                    <a:cubicBezTo>
                      <a:pt x="439575" y="279374"/>
                      <a:pt x="443489" y="296590"/>
                      <a:pt x="437302" y="311526"/>
                    </a:cubicBezTo>
                    <a:cubicBezTo>
                      <a:pt x="431114" y="326462"/>
                      <a:pt x="416174" y="335868"/>
                      <a:pt x="400031" y="334989"/>
                    </a:cubicBezTo>
                    <a:lnTo>
                      <a:pt x="372752" y="333598"/>
                    </a:lnTo>
                    <a:cubicBezTo>
                      <a:pt x="361982" y="333045"/>
                      <a:pt x="351481" y="337081"/>
                      <a:pt x="343856" y="344707"/>
                    </a:cubicBezTo>
                    <a:cubicBezTo>
                      <a:pt x="336230" y="352333"/>
                      <a:pt x="332193" y="362833"/>
                      <a:pt x="332747" y="373603"/>
                    </a:cubicBezTo>
                    <a:lnTo>
                      <a:pt x="334137" y="400883"/>
                    </a:lnTo>
                    <a:cubicBezTo>
                      <a:pt x="335016" y="417026"/>
                      <a:pt x="325610" y="431965"/>
                      <a:pt x="310674" y="438153"/>
                    </a:cubicBezTo>
                    <a:cubicBezTo>
                      <a:pt x="295738" y="444340"/>
                      <a:pt x="278523" y="440427"/>
                      <a:pt x="267729" y="428391"/>
                    </a:cubicBezTo>
                    <a:lnTo>
                      <a:pt x="249403" y="408122"/>
                    </a:lnTo>
                    <a:cubicBezTo>
                      <a:pt x="242178" y="400101"/>
                      <a:pt x="231889" y="395522"/>
                      <a:pt x="221095" y="395522"/>
                    </a:cubicBezTo>
                    <a:cubicBezTo>
                      <a:pt x="210300" y="395522"/>
                      <a:pt x="200011" y="400101"/>
                      <a:pt x="192786" y="408122"/>
                    </a:cubicBezTo>
                    <a:lnTo>
                      <a:pt x="174460" y="428391"/>
                    </a:lnTo>
                    <a:cubicBezTo>
                      <a:pt x="163704" y="440514"/>
                      <a:pt x="146455" y="444505"/>
                      <a:pt x="131466" y="438339"/>
                    </a:cubicBezTo>
                    <a:cubicBezTo>
                      <a:pt x="116478" y="432172"/>
                      <a:pt x="107030" y="417199"/>
                      <a:pt x="107918" y="401016"/>
                    </a:cubicBezTo>
                    <a:lnTo>
                      <a:pt x="109309" y="373736"/>
                    </a:lnTo>
                    <a:cubicBezTo>
                      <a:pt x="109863" y="362966"/>
                      <a:pt x="105826" y="352466"/>
                      <a:pt x="98200" y="344840"/>
                    </a:cubicBezTo>
                    <a:cubicBezTo>
                      <a:pt x="90574" y="337215"/>
                      <a:pt x="80074" y="333178"/>
                      <a:pt x="69304" y="333731"/>
                    </a:cubicBezTo>
                    <a:lnTo>
                      <a:pt x="42025" y="335122"/>
                    </a:lnTo>
                    <a:cubicBezTo>
                      <a:pt x="25882" y="336001"/>
                      <a:pt x="10942" y="326595"/>
                      <a:pt x="4754" y="311659"/>
                    </a:cubicBezTo>
                    <a:cubicBezTo>
                      <a:pt x="-1433" y="296723"/>
                      <a:pt x="2481" y="279507"/>
                      <a:pt x="14516" y="268714"/>
                    </a:cubicBezTo>
                    <a:lnTo>
                      <a:pt x="34786" y="250388"/>
                    </a:lnTo>
                    <a:cubicBezTo>
                      <a:pt x="42807" y="243163"/>
                      <a:pt x="47385" y="232874"/>
                      <a:pt x="47385" y="222079"/>
                    </a:cubicBezTo>
                    <a:cubicBezTo>
                      <a:pt x="47385" y="211285"/>
                      <a:pt x="42807" y="200996"/>
                      <a:pt x="34786" y="193771"/>
                    </a:cubicBezTo>
                    <a:lnTo>
                      <a:pt x="14478" y="175311"/>
                    </a:lnTo>
                    <a:cubicBezTo>
                      <a:pt x="2442" y="164518"/>
                      <a:pt x="-1471" y="147302"/>
                      <a:pt x="4716" y="132366"/>
                    </a:cubicBezTo>
                    <a:cubicBezTo>
                      <a:pt x="10904" y="117430"/>
                      <a:pt x="25843" y="108024"/>
                      <a:pt x="41986" y="108903"/>
                    </a:cubicBezTo>
                    <a:lnTo>
                      <a:pt x="69266" y="110294"/>
                    </a:lnTo>
                    <a:cubicBezTo>
                      <a:pt x="80036" y="110847"/>
                      <a:pt x="90536" y="106811"/>
                      <a:pt x="98162" y="99185"/>
                    </a:cubicBezTo>
                    <a:cubicBezTo>
                      <a:pt x="105788" y="91559"/>
                      <a:pt x="109824" y="81059"/>
                      <a:pt x="109271" y="70289"/>
                    </a:cubicBezTo>
                    <a:lnTo>
                      <a:pt x="107918" y="42971"/>
                    </a:lnTo>
                    <a:cubicBezTo>
                      <a:pt x="107039" y="26828"/>
                      <a:pt x="116445" y="11888"/>
                      <a:pt x="131381" y="5701"/>
                    </a:cubicBezTo>
                    <a:cubicBezTo>
                      <a:pt x="146318" y="-487"/>
                      <a:pt x="163533" y="3427"/>
                      <a:pt x="174327" y="15463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94922325-B082-CB52-2B7C-B9D2B72A95FE}"/>
                  </a:ext>
                </a:extLst>
              </p:cNvPr>
              <p:cNvSpPr/>
              <p:nvPr/>
            </p:nvSpPr>
            <p:spPr>
              <a:xfrm>
                <a:off x="7035127" y="9962324"/>
                <a:ext cx="366825" cy="269650"/>
              </a:xfrm>
              <a:custGeom>
                <a:avLst/>
                <a:gdLst>
                  <a:gd name="connsiteX0" fmla="*/ 3422 w 366825"/>
                  <a:gd name="connsiteY0" fmla="*/ 100894 h 269650"/>
                  <a:gd name="connsiteX1" fmla="*/ 78670 w 366825"/>
                  <a:gd name="connsiteY1" fmla="*/ 881 h 269650"/>
                  <a:gd name="connsiteX2" fmla="*/ 153917 w 366825"/>
                  <a:gd name="connsiteY2" fmla="*/ 100894 h 269650"/>
                  <a:gd name="connsiteX3" fmla="*/ 153917 w 366825"/>
                  <a:gd name="connsiteY3" fmla="*/ 168521 h 269650"/>
                  <a:gd name="connsiteX4" fmla="*/ 78670 w 366825"/>
                  <a:gd name="connsiteY4" fmla="*/ 269486 h 269650"/>
                  <a:gd name="connsiteX5" fmla="*/ 3422 w 366825"/>
                  <a:gd name="connsiteY5" fmla="*/ 168521 h 269650"/>
                  <a:gd name="connsiteX6" fmla="*/ 3422 w 366825"/>
                  <a:gd name="connsiteY6" fmla="*/ 100894 h 269650"/>
                  <a:gd name="connsiteX7" fmla="*/ 339655 w 366825"/>
                  <a:gd name="connsiteY7" fmla="*/ 881 h 269650"/>
                  <a:gd name="connsiteX8" fmla="*/ 212020 w 366825"/>
                  <a:gd name="connsiteY8" fmla="*/ 138041 h 269650"/>
                  <a:gd name="connsiteX9" fmla="*/ 212020 w 366825"/>
                  <a:gd name="connsiteY9" fmla="*/ 178999 h 269650"/>
                  <a:gd name="connsiteX10" fmla="*/ 290125 w 366825"/>
                  <a:gd name="connsiteY10" fmla="*/ 269486 h 269650"/>
                  <a:gd name="connsiteX11" fmla="*/ 367277 w 366825"/>
                  <a:gd name="connsiteY11" fmla="*/ 182809 h 269650"/>
                  <a:gd name="connsiteX12" fmla="*/ 299650 w 366825"/>
                  <a:gd name="connsiteY12" fmla="*/ 98036 h 269650"/>
                  <a:gd name="connsiteX13" fmla="*/ 212020 w 366825"/>
                  <a:gd name="connsiteY13" fmla="*/ 156139 h 269650"/>
                  <a:gd name="connsiteX14" fmla="*/ 3158 w 366825"/>
                  <a:gd name="connsiteY14" fmla="*/ 100694 h 269650"/>
                  <a:gd name="connsiteX15" fmla="*/ 78772 w 366825"/>
                  <a:gd name="connsiteY15" fmla="*/ 840 h 269650"/>
                  <a:gd name="connsiteX16" fmla="*/ 154386 w 366825"/>
                  <a:gd name="connsiteY16" fmla="*/ 100694 h 269650"/>
                  <a:gd name="connsiteX17" fmla="*/ 154386 w 366825"/>
                  <a:gd name="connsiteY17" fmla="*/ 168266 h 269650"/>
                  <a:gd name="connsiteX18" fmla="*/ 78772 w 366825"/>
                  <a:gd name="connsiteY18" fmla="*/ 269316 h 269650"/>
                  <a:gd name="connsiteX19" fmla="*/ 3158 w 366825"/>
                  <a:gd name="connsiteY19" fmla="*/ 168266 h 269650"/>
                  <a:gd name="connsiteX20" fmla="*/ 3158 w 366825"/>
                  <a:gd name="connsiteY20" fmla="*/ 100694 h 269650"/>
                  <a:gd name="connsiteX21" fmla="*/ 339823 w 366825"/>
                  <a:gd name="connsiteY21" fmla="*/ 544 h 269650"/>
                  <a:gd name="connsiteX22" fmla="*/ 212374 w 366825"/>
                  <a:gd name="connsiteY22" fmla="*/ 138450 h 269650"/>
                  <a:gd name="connsiteX23" fmla="*/ 212368 w 366825"/>
                  <a:gd name="connsiteY23" fmla="*/ 178609 h 269650"/>
                  <a:gd name="connsiteX24" fmla="*/ 290425 w 366825"/>
                  <a:gd name="connsiteY24" fmla="*/ 269317 h 269650"/>
                  <a:gd name="connsiteX25" fmla="*/ 367052 w 366825"/>
                  <a:gd name="connsiteY25" fmla="*/ 182730 h 269650"/>
                  <a:gd name="connsiteX26" fmla="*/ 299786 w 366825"/>
                  <a:gd name="connsiteY26" fmla="*/ 97764 h 269650"/>
                  <a:gd name="connsiteX27" fmla="*/ 212374 w 366825"/>
                  <a:gd name="connsiteY27" fmla="*/ 155916 h 269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6825" h="269650">
                    <a:moveTo>
                      <a:pt x="3422" y="100894"/>
                    </a:moveTo>
                    <a:cubicBezTo>
                      <a:pt x="-10865" y="48506"/>
                      <a:pt x="29140" y="3739"/>
                      <a:pt x="78670" y="881"/>
                    </a:cubicBezTo>
                    <a:cubicBezTo>
                      <a:pt x="128200" y="-1976"/>
                      <a:pt x="151060" y="46601"/>
                      <a:pt x="153917" y="100894"/>
                    </a:cubicBezTo>
                    <a:cubicBezTo>
                      <a:pt x="155822" y="122801"/>
                      <a:pt x="157727" y="145661"/>
                      <a:pt x="153917" y="168521"/>
                    </a:cubicBezTo>
                    <a:cubicBezTo>
                      <a:pt x="146297" y="221861"/>
                      <a:pt x="126295" y="277106"/>
                      <a:pt x="78670" y="269486"/>
                    </a:cubicBezTo>
                    <a:cubicBezTo>
                      <a:pt x="31045" y="261866"/>
                      <a:pt x="-1340" y="222814"/>
                      <a:pt x="3422" y="168521"/>
                    </a:cubicBezTo>
                    <a:cubicBezTo>
                      <a:pt x="5327" y="145661"/>
                      <a:pt x="4375" y="122801"/>
                      <a:pt x="3422" y="100894"/>
                    </a:cubicBezTo>
                    <a:moveTo>
                      <a:pt x="339655" y="881"/>
                    </a:moveTo>
                    <a:cubicBezTo>
                      <a:pt x="255835" y="9454"/>
                      <a:pt x="212020" y="55174"/>
                      <a:pt x="212020" y="138041"/>
                    </a:cubicBezTo>
                    <a:cubicBezTo>
                      <a:pt x="216782" y="151376"/>
                      <a:pt x="212972" y="165664"/>
                      <a:pt x="212020" y="178999"/>
                    </a:cubicBezTo>
                    <a:cubicBezTo>
                      <a:pt x="208210" y="231386"/>
                      <a:pt x="241547" y="269486"/>
                      <a:pt x="290125" y="269486"/>
                    </a:cubicBezTo>
                    <a:cubicBezTo>
                      <a:pt x="335845" y="263771"/>
                      <a:pt x="365372" y="235196"/>
                      <a:pt x="367277" y="182809"/>
                    </a:cubicBezTo>
                    <a:cubicBezTo>
                      <a:pt x="368230" y="149471"/>
                      <a:pt x="352037" y="101846"/>
                      <a:pt x="299650" y="98036"/>
                    </a:cubicBezTo>
                    <a:cubicBezTo>
                      <a:pt x="253930" y="94226"/>
                      <a:pt x="222497" y="124706"/>
                      <a:pt x="212020" y="156139"/>
                    </a:cubicBezTo>
                    <a:moveTo>
                      <a:pt x="3158" y="100694"/>
                    </a:moveTo>
                    <a:cubicBezTo>
                      <a:pt x="3158" y="46432"/>
                      <a:pt x="29032" y="840"/>
                      <a:pt x="78772" y="840"/>
                    </a:cubicBezTo>
                    <a:cubicBezTo>
                      <a:pt x="128512" y="840"/>
                      <a:pt x="154386" y="46432"/>
                      <a:pt x="154386" y="100694"/>
                    </a:cubicBezTo>
                    <a:lnTo>
                      <a:pt x="154386" y="168266"/>
                    </a:lnTo>
                    <a:cubicBezTo>
                      <a:pt x="154386" y="222528"/>
                      <a:pt x="127299" y="269316"/>
                      <a:pt x="78772" y="269316"/>
                    </a:cubicBezTo>
                    <a:cubicBezTo>
                      <a:pt x="30245" y="269316"/>
                      <a:pt x="3158" y="222528"/>
                      <a:pt x="3158" y="168266"/>
                    </a:cubicBezTo>
                    <a:lnTo>
                      <a:pt x="3158" y="100694"/>
                    </a:lnTo>
                    <a:close/>
                    <a:moveTo>
                      <a:pt x="339823" y="544"/>
                    </a:moveTo>
                    <a:cubicBezTo>
                      <a:pt x="255683" y="544"/>
                      <a:pt x="215533" y="55008"/>
                      <a:pt x="212374" y="138450"/>
                    </a:cubicBezTo>
                    <a:lnTo>
                      <a:pt x="212368" y="178609"/>
                    </a:lnTo>
                    <a:cubicBezTo>
                      <a:pt x="212368" y="231289"/>
                      <a:pt x="241631" y="265143"/>
                      <a:pt x="290425" y="269317"/>
                    </a:cubicBezTo>
                    <a:cubicBezTo>
                      <a:pt x="336384" y="271099"/>
                      <a:pt x="364992" y="235010"/>
                      <a:pt x="367052" y="182730"/>
                    </a:cubicBezTo>
                    <a:cubicBezTo>
                      <a:pt x="368361" y="149533"/>
                      <a:pt x="351511" y="102937"/>
                      <a:pt x="299786" y="97764"/>
                    </a:cubicBezTo>
                    <a:cubicBezTo>
                      <a:pt x="254457" y="93232"/>
                      <a:pt x="219028" y="123356"/>
                      <a:pt x="212374" y="155916"/>
                    </a:cubicBezTo>
                  </a:path>
                </a:pathLst>
              </a:custGeom>
              <a:noFill/>
              <a:ln w="19050" cap="rnd">
                <a:solidFill>
                  <a:srgbClr val="F4F4F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88" name="Group 25">
            <a:extLst>
              <a:ext uri="{FF2B5EF4-FFF2-40B4-BE49-F238E27FC236}">
                <a16:creationId xmlns:a16="http://schemas.microsoft.com/office/drawing/2014/main" id="{88428846-830F-989D-6C84-E4CD1C2BAAE4}"/>
              </a:ext>
            </a:extLst>
          </p:cNvPr>
          <p:cNvGrpSpPr/>
          <p:nvPr/>
        </p:nvGrpSpPr>
        <p:grpSpPr>
          <a:xfrm rot="5400000">
            <a:off x="12907016" y="-791825"/>
            <a:ext cx="1274459" cy="7201509"/>
            <a:chOff x="0" y="0"/>
            <a:chExt cx="1699278" cy="12954812"/>
          </a:xfrm>
        </p:grpSpPr>
        <p:sp>
          <p:nvSpPr>
            <p:cNvPr id="89" name="AutoShape 26">
              <a:extLst>
                <a:ext uri="{FF2B5EF4-FFF2-40B4-BE49-F238E27FC236}">
                  <a16:creationId xmlns:a16="http://schemas.microsoft.com/office/drawing/2014/main" id="{96B2E530-B4A8-8994-00D2-50E7322284EE}"/>
                </a:ext>
              </a:extLst>
            </p:cNvPr>
            <p:cNvSpPr/>
            <p:nvPr/>
          </p:nvSpPr>
          <p:spPr>
            <a:xfrm>
              <a:off x="0" y="0"/>
              <a:ext cx="1699278" cy="12954812"/>
            </a:xfrm>
            <a:prstGeom prst="rect">
              <a:avLst/>
            </a:prstGeom>
            <a:solidFill>
              <a:srgbClr val="EDEDE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TextBox 27">
            <a:extLst>
              <a:ext uri="{FF2B5EF4-FFF2-40B4-BE49-F238E27FC236}">
                <a16:creationId xmlns:a16="http://schemas.microsoft.com/office/drawing/2014/main" id="{1F068B21-8189-0E7D-4513-CFF6007CA060}"/>
              </a:ext>
            </a:extLst>
          </p:cNvPr>
          <p:cNvSpPr txBox="1"/>
          <p:nvPr/>
        </p:nvSpPr>
        <p:spPr>
          <a:xfrm>
            <a:off x="10968067" y="2542638"/>
            <a:ext cx="5152356" cy="532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4299" b="1" spc="-214" dirty="0">
                <a:solidFill>
                  <a:srgbClr val="1D1B1A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</p:txBody>
      </p:sp>
      <p:sp>
        <p:nvSpPr>
          <p:cNvPr id="91" name="Google Shape;1388;p3">
            <a:extLst>
              <a:ext uri="{FF2B5EF4-FFF2-40B4-BE49-F238E27FC236}">
                <a16:creationId xmlns:a16="http://schemas.microsoft.com/office/drawing/2014/main" id="{C96E6BFD-F448-FE5D-7041-718338F1E6D6}"/>
              </a:ext>
            </a:extLst>
          </p:cNvPr>
          <p:cNvSpPr txBox="1"/>
          <p:nvPr/>
        </p:nvSpPr>
        <p:spPr>
          <a:xfrm>
            <a:off x="9946946" y="3485407"/>
            <a:ext cx="7926922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buClr>
                <a:srgbClr val="313131"/>
              </a:buClr>
              <a:buSzPts val="1400"/>
              <a:defRPr sz="2500">
                <a:solidFill>
                  <a:srgbClr val="31313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lvl1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Components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Backend: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Frontend: React.js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Vector Database: Chroma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Deployment: Docker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Requirements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High-performance computational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Cloud infrastructure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Scalable computing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Secure data storage systems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Technical Design Aspects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Modular system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Microservices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Containerized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⁓ Continuous Integration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20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13792"/>
            <a:ext cx="16227262" cy="889871"/>
            <a:chOff x="0" y="0"/>
            <a:chExt cx="4273847" cy="2343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3847" cy="234369"/>
            </a:xfrm>
            <a:custGeom>
              <a:avLst/>
              <a:gdLst/>
              <a:ahLst/>
              <a:cxnLst/>
              <a:rect l="l" t="t" r="r" b="b"/>
              <a:pathLst>
                <a:path w="4273847" h="234369">
                  <a:moveTo>
                    <a:pt x="47709" y="0"/>
                  </a:moveTo>
                  <a:lnTo>
                    <a:pt x="4226137" y="0"/>
                  </a:lnTo>
                  <a:cubicBezTo>
                    <a:pt x="4252487" y="0"/>
                    <a:pt x="4273847" y="21360"/>
                    <a:pt x="4273847" y="47709"/>
                  </a:cubicBezTo>
                  <a:lnTo>
                    <a:pt x="4273847" y="186660"/>
                  </a:lnTo>
                  <a:cubicBezTo>
                    <a:pt x="4273847" y="213009"/>
                    <a:pt x="4252487" y="234369"/>
                    <a:pt x="4226137" y="234369"/>
                  </a:cubicBezTo>
                  <a:lnTo>
                    <a:pt x="47709" y="234369"/>
                  </a:lnTo>
                  <a:cubicBezTo>
                    <a:pt x="21360" y="234369"/>
                    <a:pt x="0" y="213009"/>
                    <a:pt x="0" y="186660"/>
                  </a:cubicBezTo>
                  <a:lnTo>
                    <a:pt x="0" y="47709"/>
                  </a:lnTo>
                  <a:cubicBezTo>
                    <a:pt x="0" y="21360"/>
                    <a:pt x="21360" y="0"/>
                    <a:pt x="4770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D1B1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3847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7765" y="1085095"/>
            <a:ext cx="2871742" cy="747265"/>
            <a:chOff x="0" y="0"/>
            <a:chExt cx="756344" cy="1968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6344" cy="196811"/>
            </a:xfrm>
            <a:custGeom>
              <a:avLst/>
              <a:gdLst/>
              <a:ahLst/>
              <a:cxnLst/>
              <a:rect l="l" t="t" r="r" b="b"/>
              <a:pathLst>
                <a:path w="756344" h="196811">
                  <a:moveTo>
                    <a:pt x="98405" y="0"/>
                  </a:moveTo>
                  <a:lnTo>
                    <a:pt x="657938" y="0"/>
                  </a:lnTo>
                  <a:cubicBezTo>
                    <a:pt x="712286" y="0"/>
                    <a:pt x="756344" y="44058"/>
                    <a:pt x="756344" y="98405"/>
                  </a:cubicBezTo>
                  <a:lnTo>
                    <a:pt x="756344" y="98405"/>
                  </a:lnTo>
                  <a:cubicBezTo>
                    <a:pt x="756344" y="152753"/>
                    <a:pt x="712286" y="196811"/>
                    <a:pt x="657938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56344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Home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5546330" y="1244472"/>
            <a:ext cx="428511" cy="428511"/>
          </a:xfrm>
          <a:custGeom>
            <a:avLst/>
            <a:gdLst/>
            <a:ahLst/>
            <a:cxnLst/>
            <a:rect l="l" t="t" r="r" b="b"/>
            <a:pathLst>
              <a:path w="428511" h="428511">
                <a:moveTo>
                  <a:pt x="0" y="0"/>
                </a:moveTo>
                <a:lnTo>
                  <a:pt x="428511" y="0"/>
                </a:lnTo>
                <a:lnTo>
                  <a:pt x="428511" y="428511"/>
                </a:lnTo>
                <a:lnTo>
                  <a:pt x="0" y="42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366091" y="1013792"/>
            <a:ext cx="889871" cy="88987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76139" tIns="76139" rIns="76139" bIns="76139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7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74189" y="1028700"/>
            <a:ext cx="2917864" cy="874963"/>
            <a:chOff x="0" y="0"/>
            <a:chExt cx="768491" cy="2304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8491" cy="230443"/>
            </a:xfrm>
            <a:custGeom>
              <a:avLst/>
              <a:gdLst/>
              <a:ahLst/>
              <a:cxnLst/>
              <a:rect l="l" t="t" r="r" b="b"/>
              <a:pathLst>
                <a:path w="768491" h="230443">
                  <a:moveTo>
                    <a:pt x="115221" y="0"/>
                  </a:moveTo>
                  <a:lnTo>
                    <a:pt x="653269" y="0"/>
                  </a:lnTo>
                  <a:cubicBezTo>
                    <a:pt x="716904" y="0"/>
                    <a:pt x="768491" y="51586"/>
                    <a:pt x="768491" y="115221"/>
                  </a:cubicBezTo>
                  <a:lnTo>
                    <a:pt x="768491" y="115221"/>
                  </a:lnTo>
                  <a:cubicBezTo>
                    <a:pt x="768491" y="178856"/>
                    <a:pt x="716904" y="230443"/>
                    <a:pt x="653269" y="230443"/>
                  </a:cubicBezTo>
                  <a:lnTo>
                    <a:pt x="115221" y="230443"/>
                  </a:lnTo>
                  <a:cubicBezTo>
                    <a:pt x="51586" y="230443"/>
                    <a:pt x="0" y="178856"/>
                    <a:pt x="0" y="115221"/>
                  </a:cubicBezTo>
                  <a:lnTo>
                    <a:pt x="0" y="115221"/>
                  </a:lnTo>
                  <a:cubicBezTo>
                    <a:pt x="0" y="51586"/>
                    <a:pt x="51586" y="0"/>
                    <a:pt x="115221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68491" cy="27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47466" y="2963038"/>
            <a:ext cx="7908496" cy="1750342"/>
            <a:chOff x="0" y="0"/>
            <a:chExt cx="2247454" cy="4974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47454" cy="497416"/>
            </a:xfrm>
            <a:custGeom>
              <a:avLst/>
              <a:gdLst/>
              <a:ahLst/>
              <a:cxnLst/>
              <a:rect l="l" t="t" r="r" b="b"/>
              <a:pathLst>
                <a:path w="2247454" h="497416">
                  <a:moveTo>
                    <a:pt x="48947" y="0"/>
                  </a:moveTo>
                  <a:lnTo>
                    <a:pt x="2198507" y="0"/>
                  </a:lnTo>
                  <a:cubicBezTo>
                    <a:pt x="2211489" y="0"/>
                    <a:pt x="2223939" y="5157"/>
                    <a:pt x="2233118" y="14336"/>
                  </a:cubicBezTo>
                  <a:cubicBezTo>
                    <a:pt x="2242297" y="23516"/>
                    <a:pt x="2247454" y="35965"/>
                    <a:pt x="2247454" y="48947"/>
                  </a:cubicBezTo>
                  <a:lnTo>
                    <a:pt x="2247454" y="448469"/>
                  </a:lnTo>
                  <a:cubicBezTo>
                    <a:pt x="2247454" y="461451"/>
                    <a:pt x="2242297" y="473901"/>
                    <a:pt x="2233118" y="483080"/>
                  </a:cubicBezTo>
                  <a:cubicBezTo>
                    <a:pt x="2223939" y="492259"/>
                    <a:pt x="2211489" y="497416"/>
                    <a:pt x="2198507" y="497416"/>
                  </a:cubicBezTo>
                  <a:lnTo>
                    <a:pt x="48947" y="497416"/>
                  </a:lnTo>
                  <a:cubicBezTo>
                    <a:pt x="35965" y="497416"/>
                    <a:pt x="23516" y="492259"/>
                    <a:pt x="14336" y="483080"/>
                  </a:cubicBezTo>
                  <a:cubicBezTo>
                    <a:pt x="5157" y="473901"/>
                    <a:pt x="0" y="461451"/>
                    <a:pt x="0" y="448469"/>
                  </a:cubicBezTo>
                  <a:lnTo>
                    <a:pt x="0" y="48947"/>
                  </a:lnTo>
                  <a:cubicBezTo>
                    <a:pt x="0" y="35965"/>
                    <a:pt x="5157" y="23516"/>
                    <a:pt x="14336" y="14336"/>
                  </a:cubicBezTo>
                  <a:cubicBezTo>
                    <a:pt x="23516" y="5157"/>
                    <a:pt x="35965" y="0"/>
                    <a:pt x="48947" y="0"/>
                  </a:cubicBezTo>
                  <a:close/>
                </a:path>
              </a:pathLst>
            </a:custGeom>
            <a:solidFill>
              <a:srgbClr val="1D1B1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2247454" cy="573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security risks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6129" y="2963038"/>
            <a:ext cx="8325856" cy="5539837"/>
            <a:chOff x="0" y="0"/>
            <a:chExt cx="2393249" cy="159241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93249" cy="1592414"/>
            </a:xfrm>
            <a:custGeom>
              <a:avLst/>
              <a:gdLst/>
              <a:ahLst/>
              <a:cxnLst/>
              <a:rect l="l" t="t" r="r" b="b"/>
              <a:pathLst>
                <a:path w="2393249" h="1592414">
                  <a:moveTo>
                    <a:pt x="92986" y="0"/>
                  </a:moveTo>
                  <a:lnTo>
                    <a:pt x="2300263" y="0"/>
                  </a:lnTo>
                  <a:cubicBezTo>
                    <a:pt x="2351618" y="0"/>
                    <a:pt x="2393249" y="41631"/>
                    <a:pt x="2393249" y="92986"/>
                  </a:cubicBezTo>
                  <a:lnTo>
                    <a:pt x="2393249" y="1499427"/>
                  </a:lnTo>
                  <a:cubicBezTo>
                    <a:pt x="2393249" y="1550782"/>
                    <a:pt x="2351618" y="1592414"/>
                    <a:pt x="2300263" y="1592414"/>
                  </a:cubicBezTo>
                  <a:lnTo>
                    <a:pt x="92986" y="1592414"/>
                  </a:lnTo>
                  <a:cubicBezTo>
                    <a:pt x="41631" y="1592414"/>
                    <a:pt x="0" y="1550782"/>
                    <a:pt x="0" y="1499427"/>
                  </a:cubicBezTo>
                  <a:lnTo>
                    <a:pt x="0" y="92986"/>
                  </a:lnTo>
                  <a:cubicBezTo>
                    <a:pt x="0" y="41631"/>
                    <a:pt x="41631" y="0"/>
                    <a:pt x="92986" y="0"/>
                  </a:cubicBezTo>
                  <a:close/>
                </a:path>
              </a:pathLst>
            </a:custGeom>
            <a:solidFill>
              <a:srgbClr val="EFCEC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0"/>
              <a:ext cx="2393249" cy="1782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9"/>
                </a:lnSpc>
                <a:spcBef>
                  <a:spcPct val="0"/>
                </a:spcBef>
              </a:pPr>
              <a:r>
                <a:rPr lang="en-US" sz="9999" b="1">
                  <a:solidFill>
                    <a:srgbClr val="1D1B1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Competitive Analysis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50804" y="4892422"/>
            <a:ext cx="7908496" cy="1681067"/>
            <a:chOff x="0" y="0"/>
            <a:chExt cx="2247454" cy="4777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47454" cy="477729"/>
            </a:xfrm>
            <a:custGeom>
              <a:avLst/>
              <a:gdLst/>
              <a:ahLst/>
              <a:cxnLst/>
              <a:rect l="l" t="t" r="r" b="b"/>
              <a:pathLst>
                <a:path w="2247454" h="477729">
                  <a:moveTo>
                    <a:pt x="48947" y="0"/>
                  </a:moveTo>
                  <a:lnTo>
                    <a:pt x="2198507" y="0"/>
                  </a:lnTo>
                  <a:cubicBezTo>
                    <a:pt x="2211489" y="0"/>
                    <a:pt x="2223939" y="5157"/>
                    <a:pt x="2233118" y="14336"/>
                  </a:cubicBezTo>
                  <a:cubicBezTo>
                    <a:pt x="2242297" y="23516"/>
                    <a:pt x="2247454" y="35965"/>
                    <a:pt x="2247454" y="48947"/>
                  </a:cubicBezTo>
                  <a:lnTo>
                    <a:pt x="2247454" y="428783"/>
                  </a:lnTo>
                  <a:cubicBezTo>
                    <a:pt x="2247454" y="441764"/>
                    <a:pt x="2242297" y="454214"/>
                    <a:pt x="2233118" y="463393"/>
                  </a:cubicBezTo>
                  <a:cubicBezTo>
                    <a:pt x="2223939" y="472573"/>
                    <a:pt x="2211489" y="477729"/>
                    <a:pt x="2198507" y="477729"/>
                  </a:cubicBezTo>
                  <a:lnTo>
                    <a:pt x="48947" y="477729"/>
                  </a:lnTo>
                  <a:cubicBezTo>
                    <a:pt x="35965" y="477729"/>
                    <a:pt x="23516" y="472573"/>
                    <a:pt x="14336" y="463393"/>
                  </a:cubicBezTo>
                  <a:cubicBezTo>
                    <a:pt x="5157" y="454214"/>
                    <a:pt x="0" y="441764"/>
                    <a:pt x="0" y="428783"/>
                  </a:cubicBezTo>
                  <a:lnTo>
                    <a:pt x="0" y="48947"/>
                  </a:lnTo>
                  <a:cubicBezTo>
                    <a:pt x="0" y="35965"/>
                    <a:pt x="5157" y="23516"/>
                    <a:pt x="14336" y="14336"/>
                  </a:cubicBezTo>
                  <a:cubicBezTo>
                    <a:pt x="23516" y="5157"/>
                    <a:pt x="35965" y="0"/>
                    <a:pt x="48947" y="0"/>
                  </a:cubicBezTo>
                  <a:close/>
                </a:path>
              </a:pathLst>
            </a:custGeom>
            <a:solidFill>
              <a:srgbClr val="1D1B1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2247454" cy="544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Limited integration capabilities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50804" y="6754465"/>
            <a:ext cx="7908496" cy="1681067"/>
            <a:chOff x="0" y="0"/>
            <a:chExt cx="2247454" cy="4777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47454" cy="477729"/>
            </a:xfrm>
            <a:custGeom>
              <a:avLst/>
              <a:gdLst/>
              <a:ahLst/>
              <a:cxnLst/>
              <a:rect l="l" t="t" r="r" b="b"/>
              <a:pathLst>
                <a:path w="2247454" h="477729">
                  <a:moveTo>
                    <a:pt x="48947" y="0"/>
                  </a:moveTo>
                  <a:lnTo>
                    <a:pt x="2198507" y="0"/>
                  </a:lnTo>
                  <a:cubicBezTo>
                    <a:pt x="2211489" y="0"/>
                    <a:pt x="2223939" y="5157"/>
                    <a:pt x="2233118" y="14336"/>
                  </a:cubicBezTo>
                  <a:cubicBezTo>
                    <a:pt x="2242297" y="23516"/>
                    <a:pt x="2247454" y="35965"/>
                    <a:pt x="2247454" y="48947"/>
                  </a:cubicBezTo>
                  <a:lnTo>
                    <a:pt x="2247454" y="428783"/>
                  </a:lnTo>
                  <a:cubicBezTo>
                    <a:pt x="2247454" y="441764"/>
                    <a:pt x="2242297" y="454214"/>
                    <a:pt x="2233118" y="463393"/>
                  </a:cubicBezTo>
                  <a:cubicBezTo>
                    <a:pt x="2223939" y="472573"/>
                    <a:pt x="2211489" y="477729"/>
                    <a:pt x="2198507" y="477729"/>
                  </a:cubicBezTo>
                  <a:lnTo>
                    <a:pt x="48947" y="477729"/>
                  </a:lnTo>
                  <a:cubicBezTo>
                    <a:pt x="35965" y="477729"/>
                    <a:pt x="23516" y="472573"/>
                    <a:pt x="14336" y="463393"/>
                  </a:cubicBezTo>
                  <a:cubicBezTo>
                    <a:pt x="5157" y="454214"/>
                    <a:pt x="0" y="441764"/>
                    <a:pt x="0" y="428783"/>
                  </a:cubicBezTo>
                  <a:lnTo>
                    <a:pt x="0" y="48947"/>
                  </a:lnTo>
                  <a:cubicBezTo>
                    <a:pt x="0" y="35965"/>
                    <a:pt x="5157" y="23516"/>
                    <a:pt x="14336" y="14336"/>
                  </a:cubicBezTo>
                  <a:cubicBezTo>
                    <a:pt x="23516" y="5157"/>
                    <a:pt x="35965" y="0"/>
                    <a:pt x="48947" y="0"/>
                  </a:cubicBezTo>
                  <a:close/>
                </a:path>
              </a:pathLst>
            </a:custGeom>
            <a:solidFill>
              <a:srgbClr val="1D1B1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2247454" cy="544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Lack of domain-specific customization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43822" y="7839838"/>
            <a:ext cx="1418462" cy="141846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7170682" y="8166697"/>
            <a:ext cx="764744" cy="764744"/>
          </a:xfrm>
          <a:custGeom>
            <a:avLst/>
            <a:gdLst/>
            <a:ahLst/>
            <a:cxnLst/>
            <a:rect l="l" t="t" r="r" b="b"/>
            <a:pathLst>
              <a:path w="764744" h="764744">
                <a:moveTo>
                  <a:pt x="0" y="0"/>
                </a:moveTo>
                <a:lnTo>
                  <a:pt x="764744" y="0"/>
                </a:lnTo>
                <a:lnTo>
                  <a:pt x="764744" y="764744"/>
                </a:lnTo>
                <a:lnTo>
                  <a:pt x="0" y="764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720573" y="9042134"/>
            <a:ext cx="1923768" cy="399606"/>
          </a:xfrm>
          <a:custGeom>
            <a:avLst/>
            <a:gdLst/>
            <a:ahLst/>
            <a:cxnLst/>
            <a:rect l="l" t="t" r="r" b="b"/>
            <a:pathLst>
              <a:path w="1923768" h="399606">
                <a:moveTo>
                  <a:pt x="0" y="0"/>
                </a:moveTo>
                <a:lnTo>
                  <a:pt x="1923768" y="0"/>
                </a:lnTo>
                <a:lnTo>
                  <a:pt x="1923768" y="399606"/>
                </a:lnTo>
                <a:lnTo>
                  <a:pt x="0" y="3996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31051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7553054" y="1085095"/>
            <a:ext cx="2917864" cy="747265"/>
            <a:chOff x="0" y="0"/>
            <a:chExt cx="768491" cy="19681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Out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13792"/>
            <a:ext cx="16227262" cy="889871"/>
            <a:chOff x="0" y="0"/>
            <a:chExt cx="4273847" cy="2343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3847" cy="234369"/>
            </a:xfrm>
            <a:custGeom>
              <a:avLst/>
              <a:gdLst/>
              <a:ahLst/>
              <a:cxnLst/>
              <a:rect l="l" t="t" r="r" b="b"/>
              <a:pathLst>
                <a:path w="4273847" h="234369">
                  <a:moveTo>
                    <a:pt x="47709" y="0"/>
                  </a:moveTo>
                  <a:lnTo>
                    <a:pt x="4226137" y="0"/>
                  </a:lnTo>
                  <a:cubicBezTo>
                    <a:pt x="4252487" y="0"/>
                    <a:pt x="4273847" y="21360"/>
                    <a:pt x="4273847" y="47709"/>
                  </a:cubicBezTo>
                  <a:lnTo>
                    <a:pt x="4273847" y="186660"/>
                  </a:lnTo>
                  <a:cubicBezTo>
                    <a:pt x="4273847" y="213009"/>
                    <a:pt x="4252487" y="234369"/>
                    <a:pt x="4226137" y="234369"/>
                  </a:cubicBezTo>
                  <a:lnTo>
                    <a:pt x="47709" y="234369"/>
                  </a:lnTo>
                  <a:cubicBezTo>
                    <a:pt x="21360" y="234369"/>
                    <a:pt x="0" y="213009"/>
                    <a:pt x="0" y="186660"/>
                  </a:cubicBezTo>
                  <a:lnTo>
                    <a:pt x="0" y="47709"/>
                  </a:lnTo>
                  <a:cubicBezTo>
                    <a:pt x="0" y="21360"/>
                    <a:pt x="21360" y="0"/>
                    <a:pt x="4770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D1B1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3847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7765" y="1085095"/>
            <a:ext cx="2871742" cy="747265"/>
            <a:chOff x="0" y="0"/>
            <a:chExt cx="756344" cy="1968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6344" cy="196811"/>
            </a:xfrm>
            <a:custGeom>
              <a:avLst/>
              <a:gdLst/>
              <a:ahLst/>
              <a:cxnLst/>
              <a:rect l="l" t="t" r="r" b="b"/>
              <a:pathLst>
                <a:path w="756344" h="196811">
                  <a:moveTo>
                    <a:pt x="98405" y="0"/>
                  </a:moveTo>
                  <a:lnTo>
                    <a:pt x="657938" y="0"/>
                  </a:lnTo>
                  <a:cubicBezTo>
                    <a:pt x="712286" y="0"/>
                    <a:pt x="756344" y="44058"/>
                    <a:pt x="756344" y="98405"/>
                  </a:cubicBezTo>
                  <a:lnTo>
                    <a:pt x="756344" y="98405"/>
                  </a:lnTo>
                  <a:cubicBezTo>
                    <a:pt x="756344" y="152753"/>
                    <a:pt x="712286" y="196811"/>
                    <a:pt x="657938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56344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Home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5546330" y="1244472"/>
            <a:ext cx="428511" cy="428511"/>
          </a:xfrm>
          <a:custGeom>
            <a:avLst/>
            <a:gdLst/>
            <a:ahLst/>
            <a:cxnLst/>
            <a:rect l="l" t="t" r="r" b="b"/>
            <a:pathLst>
              <a:path w="428511" h="428511">
                <a:moveTo>
                  <a:pt x="0" y="0"/>
                </a:moveTo>
                <a:lnTo>
                  <a:pt x="428511" y="0"/>
                </a:lnTo>
                <a:lnTo>
                  <a:pt x="428511" y="428511"/>
                </a:lnTo>
                <a:lnTo>
                  <a:pt x="0" y="42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366091" y="1013792"/>
            <a:ext cx="889871" cy="88987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76139" tIns="76139" rIns="76139" bIns="76139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8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74189" y="1028700"/>
            <a:ext cx="2917864" cy="874963"/>
            <a:chOff x="0" y="0"/>
            <a:chExt cx="768491" cy="2304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8491" cy="230443"/>
            </a:xfrm>
            <a:custGeom>
              <a:avLst/>
              <a:gdLst/>
              <a:ahLst/>
              <a:cxnLst/>
              <a:rect l="l" t="t" r="r" b="b"/>
              <a:pathLst>
                <a:path w="768491" h="230443">
                  <a:moveTo>
                    <a:pt x="115221" y="0"/>
                  </a:moveTo>
                  <a:lnTo>
                    <a:pt x="653269" y="0"/>
                  </a:lnTo>
                  <a:cubicBezTo>
                    <a:pt x="716904" y="0"/>
                    <a:pt x="768491" y="51586"/>
                    <a:pt x="768491" y="115221"/>
                  </a:cubicBezTo>
                  <a:lnTo>
                    <a:pt x="768491" y="115221"/>
                  </a:lnTo>
                  <a:cubicBezTo>
                    <a:pt x="768491" y="178856"/>
                    <a:pt x="716904" y="230443"/>
                    <a:pt x="653269" y="230443"/>
                  </a:cubicBezTo>
                  <a:lnTo>
                    <a:pt x="115221" y="230443"/>
                  </a:lnTo>
                  <a:cubicBezTo>
                    <a:pt x="51586" y="230443"/>
                    <a:pt x="0" y="178856"/>
                    <a:pt x="0" y="115221"/>
                  </a:cubicBezTo>
                  <a:lnTo>
                    <a:pt x="0" y="115221"/>
                  </a:lnTo>
                  <a:cubicBezTo>
                    <a:pt x="0" y="51586"/>
                    <a:pt x="51586" y="0"/>
                    <a:pt x="115221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68491" cy="27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Content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29613" y="2481623"/>
            <a:ext cx="12228775" cy="100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8000" spc="-400">
                <a:solidFill>
                  <a:srgbClr val="1D1B1A"/>
                </a:solidFill>
                <a:latin typeface="DM Sans"/>
                <a:ea typeface="DM Sans"/>
                <a:cs typeface="DM Sans"/>
                <a:sym typeface="DM Sans"/>
              </a:rPr>
              <a:t>Competitve analysis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120290" y="8426541"/>
            <a:ext cx="3139010" cy="5129299"/>
            <a:chOff x="0" y="0"/>
            <a:chExt cx="4185346" cy="6839066"/>
          </a:xfrm>
        </p:grpSpPr>
        <p:sp>
          <p:nvSpPr>
            <p:cNvPr id="17" name="AutoShape 17"/>
            <p:cNvSpPr/>
            <p:nvPr/>
          </p:nvSpPr>
          <p:spPr>
            <a:xfrm>
              <a:off x="0" y="0"/>
              <a:ext cx="4185346" cy="6839066"/>
            </a:xfrm>
            <a:prstGeom prst="rect">
              <a:avLst/>
            </a:prstGeom>
            <a:solidFill>
              <a:srgbClr val="EDEDE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947393" y="9459671"/>
            <a:ext cx="11598937" cy="0"/>
          </a:xfrm>
          <a:prstGeom prst="line">
            <a:avLst/>
          </a:prstGeom>
          <a:ln w="38100" cap="rnd">
            <a:solidFill>
              <a:srgbClr val="1D1B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7553054" y="1085095"/>
            <a:ext cx="2917864" cy="747265"/>
            <a:chOff x="0" y="0"/>
            <a:chExt cx="768491" cy="1968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Out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75035" y="4712613"/>
            <a:ext cx="5978018" cy="4108883"/>
            <a:chOff x="0" y="0"/>
            <a:chExt cx="1698846" cy="11676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98846" cy="1167672"/>
            </a:xfrm>
            <a:custGeom>
              <a:avLst/>
              <a:gdLst/>
              <a:ahLst/>
              <a:cxnLst/>
              <a:rect l="l" t="t" r="r" b="b"/>
              <a:pathLst>
                <a:path w="1698846" h="1167672">
                  <a:moveTo>
                    <a:pt x="64753" y="0"/>
                  </a:moveTo>
                  <a:lnTo>
                    <a:pt x="1634093" y="0"/>
                  </a:lnTo>
                  <a:cubicBezTo>
                    <a:pt x="1651267" y="0"/>
                    <a:pt x="1667737" y="6822"/>
                    <a:pt x="1679881" y="18966"/>
                  </a:cubicBezTo>
                  <a:cubicBezTo>
                    <a:pt x="1692024" y="31109"/>
                    <a:pt x="1698846" y="47580"/>
                    <a:pt x="1698846" y="64753"/>
                  </a:cubicBezTo>
                  <a:lnTo>
                    <a:pt x="1698846" y="1102918"/>
                  </a:lnTo>
                  <a:cubicBezTo>
                    <a:pt x="1698846" y="1138681"/>
                    <a:pt x="1669855" y="1167672"/>
                    <a:pt x="1634093" y="1167672"/>
                  </a:cubicBezTo>
                  <a:lnTo>
                    <a:pt x="64753" y="1167672"/>
                  </a:lnTo>
                  <a:cubicBezTo>
                    <a:pt x="28991" y="1167672"/>
                    <a:pt x="0" y="1138681"/>
                    <a:pt x="0" y="1102918"/>
                  </a:cubicBezTo>
                  <a:lnTo>
                    <a:pt x="0" y="64753"/>
                  </a:lnTo>
                  <a:cubicBezTo>
                    <a:pt x="0" y="28991"/>
                    <a:pt x="28991" y="0"/>
                    <a:pt x="64753" y="0"/>
                  </a:cubicBezTo>
                  <a:close/>
                </a:path>
              </a:pathLst>
            </a:custGeom>
            <a:solidFill>
              <a:srgbClr val="1D1B1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698846" cy="1215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881355" y="6213069"/>
            <a:ext cx="5365380" cy="93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Competetion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71208" y="4881148"/>
            <a:ext cx="7736313" cy="3648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knowledge management and AI solutions market is growing rapidly. However, existing tools, such as general-purpose AI models like </a:t>
            </a:r>
            <a:r>
              <a:rPr lang="en-US" sz="29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ChatGPT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9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Google Gemini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and traditional knowledge management systems, have several limitations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13792"/>
            <a:ext cx="16227262" cy="889871"/>
            <a:chOff x="0" y="0"/>
            <a:chExt cx="4273847" cy="2343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3847" cy="234369"/>
            </a:xfrm>
            <a:custGeom>
              <a:avLst/>
              <a:gdLst/>
              <a:ahLst/>
              <a:cxnLst/>
              <a:rect l="l" t="t" r="r" b="b"/>
              <a:pathLst>
                <a:path w="4273847" h="234369">
                  <a:moveTo>
                    <a:pt x="47709" y="0"/>
                  </a:moveTo>
                  <a:lnTo>
                    <a:pt x="4226137" y="0"/>
                  </a:lnTo>
                  <a:cubicBezTo>
                    <a:pt x="4252487" y="0"/>
                    <a:pt x="4273847" y="21360"/>
                    <a:pt x="4273847" y="47709"/>
                  </a:cubicBezTo>
                  <a:lnTo>
                    <a:pt x="4273847" y="186660"/>
                  </a:lnTo>
                  <a:cubicBezTo>
                    <a:pt x="4273847" y="213009"/>
                    <a:pt x="4252487" y="234369"/>
                    <a:pt x="4226137" y="234369"/>
                  </a:cubicBezTo>
                  <a:lnTo>
                    <a:pt x="47709" y="234369"/>
                  </a:lnTo>
                  <a:cubicBezTo>
                    <a:pt x="21360" y="234369"/>
                    <a:pt x="0" y="213009"/>
                    <a:pt x="0" y="186660"/>
                  </a:cubicBezTo>
                  <a:lnTo>
                    <a:pt x="0" y="47709"/>
                  </a:lnTo>
                  <a:cubicBezTo>
                    <a:pt x="0" y="21360"/>
                    <a:pt x="21360" y="0"/>
                    <a:pt x="4770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D1B1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3847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7765" y="1085095"/>
            <a:ext cx="2871742" cy="747265"/>
            <a:chOff x="0" y="0"/>
            <a:chExt cx="756344" cy="1968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6344" cy="196811"/>
            </a:xfrm>
            <a:custGeom>
              <a:avLst/>
              <a:gdLst/>
              <a:ahLst/>
              <a:cxnLst/>
              <a:rect l="l" t="t" r="r" b="b"/>
              <a:pathLst>
                <a:path w="756344" h="196811">
                  <a:moveTo>
                    <a:pt x="98405" y="0"/>
                  </a:moveTo>
                  <a:lnTo>
                    <a:pt x="657938" y="0"/>
                  </a:lnTo>
                  <a:cubicBezTo>
                    <a:pt x="712286" y="0"/>
                    <a:pt x="756344" y="44058"/>
                    <a:pt x="756344" y="98405"/>
                  </a:cubicBezTo>
                  <a:lnTo>
                    <a:pt x="756344" y="98405"/>
                  </a:lnTo>
                  <a:cubicBezTo>
                    <a:pt x="756344" y="152753"/>
                    <a:pt x="712286" y="196811"/>
                    <a:pt x="657938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56344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Home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5546330" y="1244472"/>
            <a:ext cx="428511" cy="428511"/>
          </a:xfrm>
          <a:custGeom>
            <a:avLst/>
            <a:gdLst/>
            <a:ahLst/>
            <a:cxnLst/>
            <a:rect l="l" t="t" r="r" b="b"/>
            <a:pathLst>
              <a:path w="428511" h="428511">
                <a:moveTo>
                  <a:pt x="0" y="0"/>
                </a:moveTo>
                <a:lnTo>
                  <a:pt x="428511" y="0"/>
                </a:lnTo>
                <a:lnTo>
                  <a:pt x="428511" y="428511"/>
                </a:lnTo>
                <a:lnTo>
                  <a:pt x="0" y="42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366091" y="1013792"/>
            <a:ext cx="889871" cy="88987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76139" tIns="76139" rIns="76139" bIns="76139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9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74189" y="1028700"/>
            <a:ext cx="2917864" cy="874963"/>
            <a:chOff x="0" y="0"/>
            <a:chExt cx="768491" cy="2304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8491" cy="230443"/>
            </a:xfrm>
            <a:custGeom>
              <a:avLst/>
              <a:gdLst/>
              <a:ahLst/>
              <a:cxnLst/>
              <a:rect l="l" t="t" r="r" b="b"/>
              <a:pathLst>
                <a:path w="768491" h="230443">
                  <a:moveTo>
                    <a:pt x="115221" y="0"/>
                  </a:moveTo>
                  <a:lnTo>
                    <a:pt x="653269" y="0"/>
                  </a:lnTo>
                  <a:cubicBezTo>
                    <a:pt x="716904" y="0"/>
                    <a:pt x="768491" y="51586"/>
                    <a:pt x="768491" y="115221"/>
                  </a:cubicBezTo>
                  <a:lnTo>
                    <a:pt x="768491" y="115221"/>
                  </a:lnTo>
                  <a:cubicBezTo>
                    <a:pt x="768491" y="178856"/>
                    <a:pt x="716904" y="230443"/>
                    <a:pt x="653269" y="230443"/>
                  </a:cubicBezTo>
                  <a:lnTo>
                    <a:pt x="115221" y="230443"/>
                  </a:lnTo>
                  <a:cubicBezTo>
                    <a:pt x="51586" y="230443"/>
                    <a:pt x="0" y="178856"/>
                    <a:pt x="0" y="115221"/>
                  </a:cubicBezTo>
                  <a:lnTo>
                    <a:pt x="0" y="115221"/>
                  </a:lnTo>
                  <a:cubicBezTo>
                    <a:pt x="0" y="51586"/>
                    <a:pt x="51586" y="0"/>
                    <a:pt x="115221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68491" cy="27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Content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3878897" y="9976035"/>
            <a:ext cx="11598937" cy="0"/>
          </a:xfrm>
          <a:prstGeom prst="line">
            <a:avLst/>
          </a:prstGeom>
          <a:ln w="38100" cap="rnd">
            <a:solidFill>
              <a:srgbClr val="1D1B1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2034646" y="2758172"/>
            <a:ext cx="14218708" cy="7266539"/>
            <a:chOff x="0" y="0"/>
            <a:chExt cx="4040704" cy="206502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40704" cy="2065021"/>
            </a:xfrm>
            <a:custGeom>
              <a:avLst/>
              <a:gdLst/>
              <a:ahLst/>
              <a:cxnLst/>
              <a:rect l="l" t="t" r="r" b="b"/>
              <a:pathLst>
                <a:path w="4040704" h="2065021">
                  <a:moveTo>
                    <a:pt x="54449" y="0"/>
                  </a:moveTo>
                  <a:lnTo>
                    <a:pt x="3986255" y="0"/>
                  </a:lnTo>
                  <a:cubicBezTo>
                    <a:pt x="4016327" y="0"/>
                    <a:pt x="4040704" y="24378"/>
                    <a:pt x="4040704" y="54449"/>
                  </a:cubicBezTo>
                  <a:lnTo>
                    <a:pt x="4040704" y="2010572"/>
                  </a:lnTo>
                  <a:cubicBezTo>
                    <a:pt x="4040704" y="2040644"/>
                    <a:pt x="4016327" y="2065021"/>
                    <a:pt x="3986255" y="2065021"/>
                  </a:cubicBezTo>
                  <a:lnTo>
                    <a:pt x="54449" y="2065021"/>
                  </a:lnTo>
                  <a:cubicBezTo>
                    <a:pt x="24378" y="2065021"/>
                    <a:pt x="0" y="2040644"/>
                    <a:pt x="0" y="2010572"/>
                  </a:cubicBezTo>
                  <a:lnTo>
                    <a:pt x="0" y="54449"/>
                  </a:lnTo>
                  <a:cubicBezTo>
                    <a:pt x="0" y="24378"/>
                    <a:pt x="24378" y="0"/>
                    <a:pt x="54449" y="0"/>
                  </a:cubicBezTo>
                  <a:close/>
                </a:path>
              </a:pathLst>
            </a:custGeom>
            <a:solidFill>
              <a:srgbClr val="1D1B1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4040704" cy="21221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117403" y="2364907"/>
            <a:ext cx="12053195" cy="9776032"/>
          </a:xfrm>
          <a:custGeom>
            <a:avLst/>
            <a:gdLst/>
            <a:ahLst/>
            <a:cxnLst/>
            <a:rect l="l" t="t" r="r" b="b"/>
            <a:pathLst>
              <a:path w="12053195" h="9776032">
                <a:moveTo>
                  <a:pt x="0" y="0"/>
                </a:moveTo>
                <a:lnTo>
                  <a:pt x="12053194" y="0"/>
                </a:lnTo>
                <a:lnTo>
                  <a:pt x="12053194" y="9776032"/>
                </a:lnTo>
                <a:lnTo>
                  <a:pt x="0" y="9776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70" b="-57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7553054" y="1085095"/>
            <a:ext cx="2917864" cy="747265"/>
            <a:chOff x="0" y="0"/>
            <a:chExt cx="768491" cy="19681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Out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029613" y="2117257"/>
            <a:ext cx="12228775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5000" spc="-250">
                <a:solidFill>
                  <a:srgbClr val="1D1B1A"/>
                </a:solidFill>
                <a:latin typeface="DM Sans"/>
                <a:ea typeface="DM Sans"/>
                <a:cs typeface="DM Sans"/>
                <a:sym typeface="DM Sans"/>
              </a:rPr>
              <a:t>Competitve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13792"/>
            <a:ext cx="16227262" cy="889871"/>
            <a:chOff x="0" y="0"/>
            <a:chExt cx="4273847" cy="2343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3847" cy="234369"/>
            </a:xfrm>
            <a:custGeom>
              <a:avLst/>
              <a:gdLst/>
              <a:ahLst/>
              <a:cxnLst/>
              <a:rect l="l" t="t" r="r" b="b"/>
              <a:pathLst>
                <a:path w="4273847" h="234369">
                  <a:moveTo>
                    <a:pt x="47709" y="0"/>
                  </a:moveTo>
                  <a:lnTo>
                    <a:pt x="4226137" y="0"/>
                  </a:lnTo>
                  <a:cubicBezTo>
                    <a:pt x="4252487" y="0"/>
                    <a:pt x="4273847" y="21360"/>
                    <a:pt x="4273847" y="47709"/>
                  </a:cubicBezTo>
                  <a:lnTo>
                    <a:pt x="4273847" y="186660"/>
                  </a:lnTo>
                  <a:cubicBezTo>
                    <a:pt x="4273847" y="213009"/>
                    <a:pt x="4252487" y="234369"/>
                    <a:pt x="4226137" y="234369"/>
                  </a:cubicBezTo>
                  <a:lnTo>
                    <a:pt x="47709" y="234369"/>
                  </a:lnTo>
                  <a:cubicBezTo>
                    <a:pt x="21360" y="234369"/>
                    <a:pt x="0" y="213009"/>
                    <a:pt x="0" y="186660"/>
                  </a:cubicBezTo>
                  <a:lnTo>
                    <a:pt x="0" y="47709"/>
                  </a:lnTo>
                  <a:cubicBezTo>
                    <a:pt x="0" y="21360"/>
                    <a:pt x="21360" y="0"/>
                    <a:pt x="4770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D1B1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3847" cy="281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46330" y="1244472"/>
            <a:ext cx="428511" cy="428511"/>
          </a:xfrm>
          <a:custGeom>
            <a:avLst/>
            <a:gdLst/>
            <a:ahLst/>
            <a:cxnLst/>
            <a:rect l="l" t="t" r="r" b="b"/>
            <a:pathLst>
              <a:path w="428511" h="428511">
                <a:moveTo>
                  <a:pt x="0" y="0"/>
                </a:moveTo>
                <a:lnTo>
                  <a:pt x="428511" y="0"/>
                </a:lnTo>
                <a:lnTo>
                  <a:pt x="428511" y="428511"/>
                </a:lnTo>
                <a:lnTo>
                  <a:pt x="0" y="428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0" y="8324619"/>
            <a:ext cx="18288000" cy="3356782"/>
            <a:chOff x="0" y="0"/>
            <a:chExt cx="5256845" cy="964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56845" cy="964900"/>
            </a:xfrm>
            <a:custGeom>
              <a:avLst/>
              <a:gdLst/>
              <a:ahLst/>
              <a:cxnLst/>
              <a:rect l="l" t="t" r="r" b="b"/>
              <a:pathLst>
                <a:path w="5256845" h="964900">
                  <a:moveTo>
                    <a:pt x="42333" y="0"/>
                  </a:moveTo>
                  <a:lnTo>
                    <a:pt x="5214512" y="0"/>
                  </a:lnTo>
                  <a:cubicBezTo>
                    <a:pt x="5225739" y="0"/>
                    <a:pt x="5236507" y="4460"/>
                    <a:pt x="5244446" y="12399"/>
                  </a:cubicBezTo>
                  <a:cubicBezTo>
                    <a:pt x="5252385" y="20338"/>
                    <a:pt x="5256845" y="31106"/>
                    <a:pt x="5256845" y="42333"/>
                  </a:cubicBezTo>
                  <a:lnTo>
                    <a:pt x="5256845" y="922566"/>
                  </a:lnTo>
                  <a:cubicBezTo>
                    <a:pt x="5256845" y="933794"/>
                    <a:pt x="5252385" y="944561"/>
                    <a:pt x="5244446" y="952500"/>
                  </a:cubicBezTo>
                  <a:cubicBezTo>
                    <a:pt x="5236507" y="960440"/>
                    <a:pt x="5225739" y="964900"/>
                    <a:pt x="5214512" y="964900"/>
                  </a:cubicBezTo>
                  <a:lnTo>
                    <a:pt x="42333" y="964900"/>
                  </a:lnTo>
                  <a:cubicBezTo>
                    <a:pt x="31106" y="964900"/>
                    <a:pt x="20338" y="960440"/>
                    <a:pt x="12399" y="952500"/>
                  </a:cubicBezTo>
                  <a:cubicBezTo>
                    <a:pt x="4460" y="944561"/>
                    <a:pt x="0" y="933794"/>
                    <a:pt x="0" y="92256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EFCECB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256845" cy="1012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366091" y="1013792"/>
            <a:ext cx="889871" cy="88987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76139" tIns="76139" rIns="76139" bIns="76139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74189" y="1085095"/>
            <a:ext cx="2917864" cy="747265"/>
            <a:chOff x="0" y="0"/>
            <a:chExt cx="768491" cy="1968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8491" cy="196811"/>
            </a:xfrm>
            <a:custGeom>
              <a:avLst/>
              <a:gdLst/>
              <a:ahLst/>
              <a:cxnLst/>
              <a:rect l="l" t="t" r="r" b="b"/>
              <a:pathLst>
                <a:path w="768491" h="196811">
                  <a:moveTo>
                    <a:pt x="98405" y="0"/>
                  </a:moveTo>
                  <a:lnTo>
                    <a:pt x="670086" y="0"/>
                  </a:lnTo>
                  <a:cubicBezTo>
                    <a:pt x="724433" y="0"/>
                    <a:pt x="768491" y="44058"/>
                    <a:pt x="768491" y="98405"/>
                  </a:cubicBezTo>
                  <a:lnTo>
                    <a:pt x="768491" y="98405"/>
                  </a:lnTo>
                  <a:cubicBezTo>
                    <a:pt x="768491" y="152753"/>
                    <a:pt x="724433" y="196811"/>
                    <a:pt x="670086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68491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53054" y="1013792"/>
            <a:ext cx="2917864" cy="890090"/>
            <a:chOff x="0" y="0"/>
            <a:chExt cx="768491" cy="2344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68491" cy="234427"/>
            </a:xfrm>
            <a:custGeom>
              <a:avLst/>
              <a:gdLst/>
              <a:ahLst/>
              <a:cxnLst/>
              <a:rect l="l" t="t" r="r" b="b"/>
              <a:pathLst>
                <a:path w="768491" h="234427">
                  <a:moveTo>
                    <a:pt x="117213" y="0"/>
                  </a:moveTo>
                  <a:lnTo>
                    <a:pt x="651277" y="0"/>
                  </a:lnTo>
                  <a:cubicBezTo>
                    <a:pt x="716013" y="0"/>
                    <a:pt x="768491" y="52478"/>
                    <a:pt x="768491" y="117213"/>
                  </a:cubicBezTo>
                  <a:lnTo>
                    <a:pt x="768491" y="117213"/>
                  </a:lnTo>
                  <a:cubicBezTo>
                    <a:pt x="768491" y="181949"/>
                    <a:pt x="716013" y="234427"/>
                    <a:pt x="651277" y="234427"/>
                  </a:cubicBezTo>
                  <a:lnTo>
                    <a:pt x="117213" y="234427"/>
                  </a:lnTo>
                  <a:cubicBezTo>
                    <a:pt x="52478" y="234427"/>
                    <a:pt x="0" y="181949"/>
                    <a:pt x="0" y="117213"/>
                  </a:cubicBezTo>
                  <a:lnTo>
                    <a:pt x="0" y="117213"/>
                  </a:lnTo>
                  <a:cubicBezTo>
                    <a:pt x="0" y="52478"/>
                    <a:pt x="52478" y="0"/>
                    <a:pt x="117213" y="0"/>
                  </a:cubicBezTo>
                  <a:close/>
                </a:path>
              </a:pathLst>
            </a:custGeom>
            <a:solidFill>
              <a:srgbClr val="1D1B1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68491" cy="282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Sign Out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201847" y="4276725"/>
            <a:ext cx="11884306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0"/>
              </a:lnSpc>
            </a:pPr>
            <a:r>
              <a:rPr lang="en-US" sz="18000" spc="-900">
                <a:solidFill>
                  <a:srgbClr val="1D1B1A"/>
                </a:solidFill>
                <a:latin typeface="DM Sans"/>
                <a:ea typeface="DM Sans"/>
                <a:cs typeface="DM Sans"/>
                <a:sym typeface="DM Sans"/>
              </a:rPr>
              <a:t>Thank You!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7765" y="1085095"/>
            <a:ext cx="2871742" cy="747265"/>
            <a:chOff x="0" y="0"/>
            <a:chExt cx="756344" cy="1968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56344" cy="196811"/>
            </a:xfrm>
            <a:custGeom>
              <a:avLst/>
              <a:gdLst/>
              <a:ahLst/>
              <a:cxnLst/>
              <a:rect l="l" t="t" r="r" b="b"/>
              <a:pathLst>
                <a:path w="756344" h="196811">
                  <a:moveTo>
                    <a:pt x="98405" y="0"/>
                  </a:moveTo>
                  <a:lnTo>
                    <a:pt x="657938" y="0"/>
                  </a:lnTo>
                  <a:cubicBezTo>
                    <a:pt x="712286" y="0"/>
                    <a:pt x="756344" y="44058"/>
                    <a:pt x="756344" y="98405"/>
                  </a:cubicBezTo>
                  <a:lnTo>
                    <a:pt x="756344" y="98405"/>
                  </a:lnTo>
                  <a:cubicBezTo>
                    <a:pt x="756344" y="152753"/>
                    <a:pt x="712286" y="196811"/>
                    <a:pt x="657938" y="196811"/>
                  </a:cubicBezTo>
                  <a:lnTo>
                    <a:pt x="98405" y="196811"/>
                  </a:lnTo>
                  <a:cubicBezTo>
                    <a:pt x="44058" y="196811"/>
                    <a:pt x="0" y="152753"/>
                    <a:pt x="0" y="98405"/>
                  </a:cubicBezTo>
                  <a:lnTo>
                    <a:pt x="0" y="98405"/>
                  </a:lnTo>
                  <a:cubicBezTo>
                    <a:pt x="0" y="44058"/>
                    <a:pt x="44058" y="0"/>
                    <a:pt x="984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56344" cy="2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D1B1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Home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321</Words>
  <Application>Microsoft Office PowerPoint</Application>
  <PresentationFormat>Custom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Calibri</vt:lpstr>
      <vt:lpstr>DM Sans Bold</vt:lpstr>
      <vt:lpstr>Wingdings</vt:lpstr>
      <vt:lpstr>Open Sauce</vt:lpstr>
      <vt:lpstr>Open Sauce Bold</vt:lpstr>
      <vt:lpstr>Mokoto</vt:lpstr>
      <vt:lpstr>Arial</vt:lpstr>
      <vt:lpstr>Comic Sans MS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for Tork AI</dc:title>
  <dc:creator>Tejas Bhor</dc:creator>
  <cp:lastModifiedBy>Hrishikesh Sunil Nerkar</cp:lastModifiedBy>
  <cp:revision>4</cp:revision>
  <dcterms:created xsi:type="dcterms:W3CDTF">2006-08-16T00:00:00Z</dcterms:created>
  <dcterms:modified xsi:type="dcterms:W3CDTF">2025-03-10T17:46:16Z</dcterms:modified>
  <dc:identifier>DAGa2N6xbOw</dc:identifier>
</cp:coreProperties>
</file>